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8" r:id="rId3"/>
    <p:sldId id="259" r:id="rId4"/>
    <p:sldId id="286" r:id="rId5"/>
    <p:sldId id="261" r:id="rId6"/>
    <p:sldId id="263" r:id="rId7"/>
    <p:sldId id="265" r:id="rId8"/>
    <p:sldId id="267" r:id="rId9"/>
    <p:sldId id="268" r:id="rId10"/>
    <p:sldId id="269" r:id="rId11"/>
    <p:sldId id="483" r:id="rId12"/>
    <p:sldId id="270" r:id="rId13"/>
    <p:sldId id="271" r:id="rId14"/>
    <p:sldId id="272" r:id="rId15"/>
    <p:sldId id="274" r:id="rId16"/>
    <p:sldId id="284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C37CDE-C61A-4695-89E3-EAA16DBFD084}" v="8" dt="2024-03-17T10:51:33.263"/>
    <p1510:client id="{D98C678E-A0E5-4DB4-A5A8-11B1E78A22E6}" v="33" dt="2024-03-16T18:58:11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0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va, Luiza" userId="e2b5f985-4393-469d-b6f5-83f7db984ae1" providerId="ADAL" clId="{B0C37CDE-C61A-4695-89E3-EAA16DBFD084}"/>
    <pc:docChg chg="undo custSel addSld delSld modSld">
      <pc:chgData name="Silva, Luiza" userId="e2b5f985-4393-469d-b6f5-83f7db984ae1" providerId="ADAL" clId="{B0C37CDE-C61A-4695-89E3-EAA16DBFD084}" dt="2024-03-17T10:52:06.645" v="81" actId="1076"/>
      <pc:docMkLst>
        <pc:docMk/>
      </pc:docMkLst>
      <pc:sldChg chg="setBg">
        <pc:chgData name="Silva, Luiza" userId="e2b5f985-4393-469d-b6f5-83f7db984ae1" providerId="ADAL" clId="{B0C37CDE-C61A-4695-89E3-EAA16DBFD084}" dt="2024-03-17T10:47:48.185" v="9"/>
        <pc:sldMkLst>
          <pc:docMk/>
          <pc:sldMk cId="855101635" sldId="256"/>
        </pc:sldMkLst>
      </pc:sldChg>
      <pc:sldChg chg="setBg">
        <pc:chgData name="Silva, Luiza" userId="e2b5f985-4393-469d-b6f5-83f7db984ae1" providerId="ADAL" clId="{B0C37CDE-C61A-4695-89E3-EAA16DBFD084}" dt="2024-03-17T10:47:48.185" v="9"/>
        <pc:sldMkLst>
          <pc:docMk/>
          <pc:sldMk cId="3423631714" sldId="258"/>
        </pc:sldMkLst>
      </pc:sldChg>
      <pc:sldChg chg="setBg">
        <pc:chgData name="Silva, Luiza" userId="e2b5f985-4393-469d-b6f5-83f7db984ae1" providerId="ADAL" clId="{B0C37CDE-C61A-4695-89E3-EAA16DBFD084}" dt="2024-03-17T10:47:48.185" v="9"/>
        <pc:sldMkLst>
          <pc:docMk/>
          <pc:sldMk cId="136059863" sldId="259"/>
        </pc:sldMkLst>
      </pc:sldChg>
      <pc:sldChg chg="setBg">
        <pc:chgData name="Silva, Luiza" userId="e2b5f985-4393-469d-b6f5-83f7db984ae1" providerId="ADAL" clId="{B0C37CDE-C61A-4695-89E3-EAA16DBFD084}" dt="2024-03-17T10:47:48.185" v="9"/>
        <pc:sldMkLst>
          <pc:docMk/>
          <pc:sldMk cId="3506020371" sldId="260"/>
        </pc:sldMkLst>
      </pc:sldChg>
      <pc:sldChg chg="setBg">
        <pc:chgData name="Silva, Luiza" userId="e2b5f985-4393-469d-b6f5-83f7db984ae1" providerId="ADAL" clId="{B0C37CDE-C61A-4695-89E3-EAA16DBFD084}" dt="2024-03-17T10:47:48.185" v="9"/>
        <pc:sldMkLst>
          <pc:docMk/>
          <pc:sldMk cId="1088406655" sldId="261"/>
        </pc:sldMkLst>
      </pc:sldChg>
      <pc:sldChg chg="setBg">
        <pc:chgData name="Silva, Luiza" userId="e2b5f985-4393-469d-b6f5-83f7db984ae1" providerId="ADAL" clId="{B0C37CDE-C61A-4695-89E3-EAA16DBFD084}" dt="2024-03-17T10:47:48.185" v="9"/>
        <pc:sldMkLst>
          <pc:docMk/>
          <pc:sldMk cId="3872717495" sldId="263"/>
        </pc:sldMkLst>
      </pc:sldChg>
      <pc:sldChg chg="setBg">
        <pc:chgData name="Silva, Luiza" userId="e2b5f985-4393-469d-b6f5-83f7db984ae1" providerId="ADAL" clId="{B0C37CDE-C61A-4695-89E3-EAA16DBFD084}" dt="2024-03-17T10:47:48.185" v="9"/>
        <pc:sldMkLst>
          <pc:docMk/>
          <pc:sldMk cId="1159255637" sldId="265"/>
        </pc:sldMkLst>
      </pc:sldChg>
      <pc:sldChg chg="setBg">
        <pc:chgData name="Silva, Luiza" userId="e2b5f985-4393-469d-b6f5-83f7db984ae1" providerId="ADAL" clId="{B0C37CDE-C61A-4695-89E3-EAA16DBFD084}" dt="2024-03-17T10:47:48.185" v="9"/>
        <pc:sldMkLst>
          <pc:docMk/>
          <pc:sldMk cId="2526656761" sldId="266"/>
        </pc:sldMkLst>
      </pc:sldChg>
      <pc:sldChg chg="setBg">
        <pc:chgData name="Silva, Luiza" userId="e2b5f985-4393-469d-b6f5-83f7db984ae1" providerId="ADAL" clId="{B0C37CDE-C61A-4695-89E3-EAA16DBFD084}" dt="2024-03-17T10:47:48.185" v="9"/>
        <pc:sldMkLst>
          <pc:docMk/>
          <pc:sldMk cId="172261551" sldId="267"/>
        </pc:sldMkLst>
      </pc:sldChg>
      <pc:sldChg chg="modSp mod setBg">
        <pc:chgData name="Silva, Luiza" userId="e2b5f985-4393-469d-b6f5-83f7db984ae1" providerId="ADAL" clId="{B0C37CDE-C61A-4695-89E3-EAA16DBFD084}" dt="2024-03-17T10:47:48.185" v="9"/>
        <pc:sldMkLst>
          <pc:docMk/>
          <pc:sldMk cId="1295740427" sldId="268"/>
        </pc:sldMkLst>
        <pc:spChg chg="mod">
          <ac:chgData name="Silva, Luiza" userId="e2b5f985-4393-469d-b6f5-83f7db984ae1" providerId="ADAL" clId="{B0C37CDE-C61A-4695-89E3-EAA16DBFD084}" dt="2024-03-17T10:46:31.334" v="4" actId="1038"/>
          <ac:spMkLst>
            <pc:docMk/>
            <pc:sldMk cId="1295740427" sldId="268"/>
            <ac:spMk id="6" creationId="{BCC5DD7C-2442-0BA3-5331-399436138C71}"/>
          </ac:spMkLst>
        </pc:spChg>
      </pc:sldChg>
      <pc:sldChg chg="setBg">
        <pc:chgData name="Silva, Luiza" userId="e2b5f985-4393-469d-b6f5-83f7db984ae1" providerId="ADAL" clId="{B0C37CDE-C61A-4695-89E3-EAA16DBFD084}" dt="2024-03-17T10:47:48.185" v="9"/>
        <pc:sldMkLst>
          <pc:docMk/>
          <pc:sldMk cId="4126331095" sldId="269"/>
        </pc:sldMkLst>
      </pc:sldChg>
      <pc:sldChg chg="modSp mod setBg">
        <pc:chgData name="Silva, Luiza" userId="e2b5f985-4393-469d-b6f5-83f7db984ae1" providerId="ADAL" clId="{B0C37CDE-C61A-4695-89E3-EAA16DBFD084}" dt="2024-03-17T10:52:06.645" v="81" actId="1076"/>
        <pc:sldMkLst>
          <pc:docMk/>
          <pc:sldMk cId="2715016191" sldId="270"/>
        </pc:sldMkLst>
        <pc:spChg chg="mod">
          <ac:chgData name="Silva, Luiza" userId="e2b5f985-4393-469d-b6f5-83f7db984ae1" providerId="ADAL" clId="{B0C37CDE-C61A-4695-89E3-EAA16DBFD084}" dt="2024-03-17T10:52:06.645" v="81" actId="1076"/>
          <ac:spMkLst>
            <pc:docMk/>
            <pc:sldMk cId="2715016191" sldId="270"/>
            <ac:spMk id="10" creationId="{6E683A2F-FC73-6A68-875C-65B2FC97969A}"/>
          </ac:spMkLst>
        </pc:spChg>
      </pc:sldChg>
      <pc:sldChg chg="setBg">
        <pc:chgData name="Silva, Luiza" userId="e2b5f985-4393-469d-b6f5-83f7db984ae1" providerId="ADAL" clId="{B0C37CDE-C61A-4695-89E3-EAA16DBFD084}" dt="2024-03-17T10:47:48.185" v="9"/>
        <pc:sldMkLst>
          <pc:docMk/>
          <pc:sldMk cId="1780413828" sldId="271"/>
        </pc:sldMkLst>
      </pc:sldChg>
      <pc:sldChg chg="setBg">
        <pc:chgData name="Silva, Luiza" userId="e2b5f985-4393-469d-b6f5-83f7db984ae1" providerId="ADAL" clId="{B0C37CDE-C61A-4695-89E3-EAA16DBFD084}" dt="2024-03-17T10:47:48.185" v="9"/>
        <pc:sldMkLst>
          <pc:docMk/>
          <pc:sldMk cId="4249153486" sldId="272"/>
        </pc:sldMkLst>
      </pc:sldChg>
      <pc:sldChg chg="del">
        <pc:chgData name="Silva, Luiza" userId="e2b5f985-4393-469d-b6f5-83f7db984ae1" providerId="ADAL" clId="{B0C37CDE-C61A-4695-89E3-EAA16DBFD084}" dt="2024-03-16T22:19:00.555" v="2" actId="47"/>
        <pc:sldMkLst>
          <pc:docMk/>
          <pc:sldMk cId="1008645661" sldId="273"/>
        </pc:sldMkLst>
      </pc:sldChg>
      <pc:sldChg chg="setBg">
        <pc:chgData name="Silva, Luiza" userId="e2b5f985-4393-469d-b6f5-83f7db984ae1" providerId="ADAL" clId="{B0C37CDE-C61A-4695-89E3-EAA16DBFD084}" dt="2024-03-17T10:47:48.185" v="9"/>
        <pc:sldMkLst>
          <pc:docMk/>
          <pc:sldMk cId="1928682469" sldId="274"/>
        </pc:sldMkLst>
      </pc:sldChg>
      <pc:sldChg chg="del">
        <pc:chgData name="Silva, Luiza" userId="e2b5f985-4393-469d-b6f5-83f7db984ae1" providerId="ADAL" clId="{B0C37CDE-C61A-4695-89E3-EAA16DBFD084}" dt="2024-03-16T22:18:33.822" v="0" actId="47"/>
        <pc:sldMkLst>
          <pc:docMk/>
          <pc:sldMk cId="259123724" sldId="275"/>
        </pc:sldMkLst>
      </pc:sldChg>
      <pc:sldChg chg="del">
        <pc:chgData name="Silva, Luiza" userId="e2b5f985-4393-469d-b6f5-83f7db984ae1" providerId="ADAL" clId="{B0C37CDE-C61A-4695-89E3-EAA16DBFD084}" dt="2024-03-16T22:18:42.611" v="1" actId="47"/>
        <pc:sldMkLst>
          <pc:docMk/>
          <pc:sldMk cId="1835681575" sldId="276"/>
        </pc:sldMkLst>
      </pc:sldChg>
      <pc:sldChg chg="del">
        <pc:chgData name="Silva, Luiza" userId="e2b5f985-4393-469d-b6f5-83f7db984ae1" providerId="ADAL" clId="{B0C37CDE-C61A-4695-89E3-EAA16DBFD084}" dt="2024-03-16T22:18:33.822" v="0" actId="47"/>
        <pc:sldMkLst>
          <pc:docMk/>
          <pc:sldMk cId="618152674" sldId="277"/>
        </pc:sldMkLst>
      </pc:sldChg>
      <pc:sldChg chg="del">
        <pc:chgData name="Silva, Luiza" userId="e2b5f985-4393-469d-b6f5-83f7db984ae1" providerId="ADAL" clId="{B0C37CDE-C61A-4695-89E3-EAA16DBFD084}" dt="2024-03-16T22:18:33.822" v="0" actId="47"/>
        <pc:sldMkLst>
          <pc:docMk/>
          <pc:sldMk cId="2201176226" sldId="278"/>
        </pc:sldMkLst>
      </pc:sldChg>
      <pc:sldChg chg="del">
        <pc:chgData name="Silva, Luiza" userId="e2b5f985-4393-469d-b6f5-83f7db984ae1" providerId="ADAL" clId="{B0C37CDE-C61A-4695-89E3-EAA16DBFD084}" dt="2024-03-16T22:18:33.822" v="0" actId="47"/>
        <pc:sldMkLst>
          <pc:docMk/>
          <pc:sldMk cId="2426302094" sldId="279"/>
        </pc:sldMkLst>
      </pc:sldChg>
      <pc:sldChg chg="del">
        <pc:chgData name="Silva, Luiza" userId="e2b5f985-4393-469d-b6f5-83f7db984ae1" providerId="ADAL" clId="{B0C37CDE-C61A-4695-89E3-EAA16DBFD084}" dt="2024-03-16T22:18:33.822" v="0" actId="47"/>
        <pc:sldMkLst>
          <pc:docMk/>
          <pc:sldMk cId="1288205181" sldId="280"/>
        </pc:sldMkLst>
      </pc:sldChg>
      <pc:sldChg chg="del">
        <pc:chgData name="Silva, Luiza" userId="e2b5f985-4393-469d-b6f5-83f7db984ae1" providerId="ADAL" clId="{B0C37CDE-C61A-4695-89E3-EAA16DBFD084}" dt="2024-03-16T22:18:33.822" v="0" actId="47"/>
        <pc:sldMkLst>
          <pc:docMk/>
          <pc:sldMk cId="1922282518" sldId="281"/>
        </pc:sldMkLst>
      </pc:sldChg>
      <pc:sldChg chg="del">
        <pc:chgData name="Silva, Luiza" userId="e2b5f985-4393-469d-b6f5-83f7db984ae1" providerId="ADAL" clId="{B0C37CDE-C61A-4695-89E3-EAA16DBFD084}" dt="2024-03-16T22:18:33.822" v="0" actId="47"/>
        <pc:sldMkLst>
          <pc:docMk/>
          <pc:sldMk cId="954984155" sldId="282"/>
        </pc:sldMkLst>
      </pc:sldChg>
      <pc:sldChg chg="del">
        <pc:chgData name="Silva, Luiza" userId="e2b5f985-4393-469d-b6f5-83f7db984ae1" providerId="ADAL" clId="{B0C37CDE-C61A-4695-89E3-EAA16DBFD084}" dt="2024-03-16T22:18:33.822" v="0" actId="47"/>
        <pc:sldMkLst>
          <pc:docMk/>
          <pc:sldMk cId="30286960" sldId="283"/>
        </pc:sldMkLst>
      </pc:sldChg>
      <pc:sldChg chg="setBg">
        <pc:chgData name="Silva, Luiza" userId="e2b5f985-4393-469d-b6f5-83f7db984ae1" providerId="ADAL" clId="{B0C37CDE-C61A-4695-89E3-EAA16DBFD084}" dt="2024-03-17T10:47:48.185" v="9"/>
        <pc:sldMkLst>
          <pc:docMk/>
          <pc:sldMk cId="1044491979" sldId="284"/>
        </pc:sldMkLst>
      </pc:sldChg>
      <pc:sldChg chg="del">
        <pc:chgData name="Silva, Luiza" userId="e2b5f985-4393-469d-b6f5-83f7db984ae1" providerId="ADAL" clId="{B0C37CDE-C61A-4695-89E3-EAA16DBFD084}" dt="2024-03-16T22:18:33.822" v="0" actId="47"/>
        <pc:sldMkLst>
          <pc:docMk/>
          <pc:sldMk cId="1332388577" sldId="285"/>
        </pc:sldMkLst>
      </pc:sldChg>
      <pc:sldChg chg="setBg">
        <pc:chgData name="Silva, Luiza" userId="e2b5f985-4393-469d-b6f5-83f7db984ae1" providerId="ADAL" clId="{B0C37CDE-C61A-4695-89E3-EAA16DBFD084}" dt="2024-03-17T10:47:48.185" v="9"/>
        <pc:sldMkLst>
          <pc:docMk/>
          <pc:sldMk cId="1278727773" sldId="286"/>
        </pc:sldMkLst>
      </pc:sldChg>
      <pc:sldChg chg="new del setBg">
        <pc:chgData name="Silva, Luiza" userId="e2b5f985-4393-469d-b6f5-83f7db984ae1" providerId="ADAL" clId="{B0C37CDE-C61A-4695-89E3-EAA16DBFD084}" dt="2024-03-17T10:47:56.189" v="11" actId="47"/>
        <pc:sldMkLst>
          <pc:docMk/>
          <pc:sldMk cId="4211006452" sldId="287"/>
        </pc:sldMkLst>
      </pc:sldChg>
      <pc:sldChg chg="addSp delSp modSp add mod setBg">
        <pc:chgData name="Silva, Luiza" userId="e2b5f985-4393-469d-b6f5-83f7db984ae1" providerId="ADAL" clId="{B0C37CDE-C61A-4695-89E3-EAA16DBFD084}" dt="2024-03-17T10:51:36.996" v="80" actId="13926"/>
        <pc:sldMkLst>
          <pc:docMk/>
          <pc:sldMk cId="1563493344" sldId="483"/>
        </pc:sldMkLst>
        <pc:spChg chg="add mod">
          <ac:chgData name="Silva, Luiza" userId="e2b5f985-4393-469d-b6f5-83f7db984ae1" providerId="ADAL" clId="{B0C37CDE-C61A-4695-89E3-EAA16DBFD084}" dt="2024-03-17T10:51:25.161" v="79" actId="1076"/>
          <ac:spMkLst>
            <pc:docMk/>
            <pc:sldMk cId="1563493344" sldId="483"/>
            <ac:spMk id="4" creationId="{57C09727-D2D3-93D4-C8E7-29F065E14D3F}"/>
          </ac:spMkLst>
        </pc:spChg>
        <pc:spChg chg="mod">
          <ac:chgData name="Silva, Luiza" userId="e2b5f985-4393-469d-b6f5-83f7db984ae1" providerId="ADAL" clId="{B0C37CDE-C61A-4695-89E3-EAA16DBFD084}" dt="2024-03-17T10:51:36.996" v="80" actId="13926"/>
          <ac:spMkLst>
            <pc:docMk/>
            <pc:sldMk cId="1563493344" sldId="483"/>
            <ac:spMk id="5" creationId="{0BE8FD60-CEC4-4BEE-3AB9-4DCD884793E8}"/>
          </ac:spMkLst>
        </pc:spChg>
        <pc:spChg chg="del">
          <ac:chgData name="Silva, Luiza" userId="e2b5f985-4393-469d-b6f5-83f7db984ae1" providerId="ADAL" clId="{B0C37CDE-C61A-4695-89E3-EAA16DBFD084}" dt="2024-03-17T10:50:28.160" v="26" actId="478"/>
          <ac:spMkLst>
            <pc:docMk/>
            <pc:sldMk cId="1563493344" sldId="483"/>
            <ac:spMk id="15" creationId="{0CB52CC3-39E2-9C13-366B-28EF25E26FE1}"/>
          </ac:spMkLst>
        </pc:spChg>
        <pc:picChg chg="mod">
          <ac:chgData name="Silva, Luiza" userId="e2b5f985-4393-469d-b6f5-83f7db984ae1" providerId="ADAL" clId="{B0C37CDE-C61A-4695-89E3-EAA16DBFD084}" dt="2024-03-17T10:50:56.121" v="48" actId="14861"/>
          <ac:picMkLst>
            <pc:docMk/>
            <pc:sldMk cId="1563493344" sldId="483"/>
            <ac:picMk id="2" creationId="{F4C998C8-559D-31D4-83D6-7DFA46BE5161}"/>
          </ac:picMkLst>
        </pc:picChg>
        <pc:picChg chg="mod">
          <ac:chgData name="Silva, Luiza" userId="e2b5f985-4393-469d-b6f5-83f7db984ae1" providerId="ADAL" clId="{B0C37CDE-C61A-4695-89E3-EAA16DBFD084}" dt="2024-03-17T10:48:49.463" v="16" actId="14100"/>
          <ac:picMkLst>
            <pc:docMk/>
            <pc:sldMk cId="1563493344" sldId="483"/>
            <ac:picMk id="3" creationId="{3E525414-4171-E0A7-BFB2-B8BBF1C7294B}"/>
          </ac:picMkLst>
        </pc:picChg>
      </pc:sldChg>
    </pc:docChg>
  </pc:docChgLst>
  <pc:docChgLst>
    <pc:chgData name="Silva, Luiza" userId="e2b5f985-4393-469d-b6f5-83f7db984ae1" providerId="ADAL" clId="{D98C678E-A0E5-4DB4-A5A8-11B1E78A22E6}"/>
    <pc:docChg chg="undo custSel addSld delSld modSld sldOrd">
      <pc:chgData name="Silva, Luiza" userId="e2b5f985-4393-469d-b6f5-83f7db984ae1" providerId="ADAL" clId="{D98C678E-A0E5-4DB4-A5A8-11B1E78A22E6}" dt="2024-03-16T21:04:31.676" v="953" actId="13926"/>
      <pc:docMkLst>
        <pc:docMk/>
      </pc:docMkLst>
      <pc:sldChg chg="addSp delSp modSp del mod ord">
        <pc:chgData name="Silva, Luiza" userId="e2b5f985-4393-469d-b6f5-83f7db984ae1" providerId="ADAL" clId="{D98C678E-A0E5-4DB4-A5A8-11B1E78A22E6}" dt="2024-03-16T16:33:48.536" v="358" actId="47"/>
        <pc:sldMkLst>
          <pc:docMk/>
          <pc:sldMk cId="1665691439" sldId="257"/>
        </pc:sldMkLst>
        <pc:spChg chg="mod">
          <ac:chgData name="Silva, Luiza" userId="e2b5f985-4393-469d-b6f5-83f7db984ae1" providerId="ADAL" clId="{D98C678E-A0E5-4DB4-A5A8-11B1E78A22E6}" dt="2024-03-16T16:29:09.823" v="220" actId="20577"/>
          <ac:spMkLst>
            <pc:docMk/>
            <pc:sldMk cId="1665691439" sldId="257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6:30:22.606" v="268" actId="1076"/>
          <ac:spMkLst>
            <pc:docMk/>
            <pc:sldMk cId="1665691439" sldId="257"/>
            <ac:spMk id="3" creationId="{F5453EF8-7A4A-A0D9-ACEA-7661C9538DE0}"/>
          </ac:spMkLst>
        </pc:spChg>
        <pc:spChg chg="add mod">
          <ac:chgData name="Silva, Luiza" userId="e2b5f985-4393-469d-b6f5-83f7db984ae1" providerId="ADAL" clId="{D98C678E-A0E5-4DB4-A5A8-11B1E78A22E6}" dt="2024-03-16T16:30:28.914" v="271" actId="1076"/>
          <ac:spMkLst>
            <pc:docMk/>
            <pc:sldMk cId="1665691439" sldId="257"/>
            <ac:spMk id="4" creationId="{7E17283D-B18E-412C-590B-9B9AF2130BF9}"/>
          </ac:spMkLst>
        </pc:spChg>
        <pc:spChg chg="add mod">
          <ac:chgData name="Silva, Luiza" userId="e2b5f985-4393-469d-b6f5-83f7db984ae1" providerId="ADAL" clId="{D98C678E-A0E5-4DB4-A5A8-11B1E78A22E6}" dt="2024-03-16T16:30:49.832" v="292" actId="255"/>
          <ac:spMkLst>
            <pc:docMk/>
            <pc:sldMk cId="1665691439" sldId="257"/>
            <ac:spMk id="5" creationId="{CC87B824-DB82-8589-1F6B-6D11E3631A69}"/>
          </ac:spMkLst>
        </pc:spChg>
        <pc:spChg chg="add mod">
          <ac:chgData name="Silva, Luiza" userId="e2b5f985-4393-469d-b6f5-83f7db984ae1" providerId="ADAL" clId="{D98C678E-A0E5-4DB4-A5A8-11B1E78A22E6}" dt="2024-03-16T16:31:17.683" v="327" actId="1076"/>
          <ac:spMkLst>
            <pc:docMk/>
            <pc:sldMk cId="1665691439" sldId="257"/>
            <ac:spMk id="6" creationId="{97D1BDD1-081E-282A-175B-F31F1206C100}"/>
          </ac:spMkLst>
        </pc:spChg>
        <pc:spChg chg="add del mod">
          <ac:chgData name="Silva, Luiza" userId="e2b5f985-4393-469d-b6f5-83f7db984ae1" providerId="ADAL" clId="{D98C678E-A0E5-4DB4-A5A8-11B1E78A22E6}" dt="2024-03-16T16:31:54.036" v="334" actId="478"/>
          <ac:spMkLst>
            <pc:docMk/>
            <pc:sldMk cId="1665691439" sldId="257"/>
            <ac:spMk id="7" creationId="{9EFB93F5-0932-9824-0617-8752CC617D8E}"/>
          </ac:spMkLst>
        </pc:spChg>
        <pc:spChg chg="del">
          <ac:chgData name="Silva, Luiza" userId="e2b5f985-4393-469d-b6f5-83f7db984ae1" providerId="ADAL" clId="{D98C678E-A0E5-4DB4-A5A8-11B1E78A22E6}" dt="2024-03-16T16:29:32.974" v="226" actId="478"/>
          <ac:spMkLst>
            <pc:docMk/>
            <pc:sldMk cId="1665691439" sldId="257"/>
            <ac:spMk id="9" creationId="{17F322A7-6B43-EA0F-9B35-07076AEEB371}"/>
          </ac:spMkLst>
        </pc:spChg>
        <pc:spChg chg="del">
          <ac:chgData name="Silva, Luiza" userId="e2b5f985-4393-469d-b6f5-83f7db984ae1" providerId="ADAL" clId="{D98C678E-A0E5-4DB4-A5A8-11B1E78A22E6}" dt="2024-03-16T16:29:33.589" v="227" actId="478"/>
          <ac:spMkLst>
            <pc:docMk/>
            <pc:sldMk cId="1665691439" sldId="257"/>
            <ac:spMk id="10" creationId="{BEC4B3E6-6B53-453C-5CF2-2A7416E058C2}"/>
          </ac:spMkLst>
        </pc:spChg>
        <pc:spChg chg="del">
          <ac:chgData name="Silva, Luiza" userId="e2b5f985-4393-469d-b6f5-83f7db984ae1" providerId="ADAL" clId="{D98C678E-A0E5-4DB4-A5A8-11B1E78A22E6}" dt="2024-03-16T16:29:34.315" v="228" actId="478"/>
          <ac:spMkLst>
            <pc:docMk/>
            <pc:sldMk cId="1665691439" sldId="257"/>
            <ac:spMk id="11" creationId="{FA5B6DA5-1C6B-45F9-4BE1-12078BEC426D}"/>
          </ac:spMkLst>
        </pc:spChg>
        <pc:spChg chg="add mod">
          <ac:chgData name="Silva, Luiza" userId="e2b5f985-4393-469d-b6f5-83f7db984ae1" providerId="ADAL" clId="{D98C678E-A0E5-4DB4-A5A8-11B1E78A22E6}" dt="2024-03-16T16:32:17.588" v="342" actId="255"/>
          <ac:spMkLst>
            <pc:docMk/>
            <pc:sldMk cId="1665691439" sldId="257"/>
            <ac:spMk id="12" creationId="{1FF72550-2BC5-F563-673F-CC8BBAAB2077}"/>
          </ac:spMkLst>
        </pc:spChg>
      </pc:sldChg>
      <pc:sldChg chg="addSp delSp modSp mod">
        <pc:chgData name="Silva, Luiza" userId="e2b5f985-4393-469d-b6f5-83f7db984ae1" providerId="ADAL" clId="{D98C678E-A0E5-4DB4-A5A8-11B1E78A22E6}" dt="2024-03-16T18:50:04.969" v="801" actId="255"/>
        <pc:sldMkLst>
          <pc:docMk/>
          <pc:sldMk cId="3423631714" sldId="258"/>
        </pc:sldMkLst>
        <pc:spChg chg="mod">
          <ac:chgData name="Silva, Luiza" userId="e2b5f985-4393-469d-b6f5-83f7db984ae1" providerId="ADAL" clId="{D98C678E-A0E5-4DB4-A5A8-11B1E78A22E6}" dt="2024-03-16T18:32:15.718" v="672" actId="208"/>
          <ac:spMkLst>
            <pc:docMk/>
            <pc:sldMk cId="3423631714" sldId="258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31:00.035" v="666" actId="207"/>
          <ac:spMkLst>
            <pc:docMk/>
            <pc:sldMk cId="3423631714" sldId="258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50:04.969" v="801" actId="255"/>
          <ac:spMkLst>
            <pc:docMk/>
            <pc:sldMk cId="3423631714" sldId="258"/>
            <ac:spMk id="9" creationId="{17F322A7-6B43-EA0F-9B35-07076AEEB371}"/>
          </ac:spMkLst>
        </pc:spChg>
        <pc:spChg chg="mod">
          <ac:chgData name="Silva, Luiza" userId="e2b5f985-4393-469d-b6f5-83f7db984ae1" providerId="ADAL" clId="{D98C678E-A0E5-4DB4-A5A8-11B1E78A22E6}" dt="2024-03-16T18:31:06.308" v="669" actId="208"/>
          <ac:spMkLst>
            <pc:docMk/>
            <pc:sldMk cId="3423631714" sldId="258"/>
            <ac:spMk id="10" creationId="{BEC4B3E6-6B53-453C-5CF2-2A7416E058C2}"/>
          </ac:spMkLst>
        </pc:spChg>
        <pc:spChg chg="mod">
          <ac:chgData name="Silva, Luiza" userId="e2b5f985-4393-469d-b6f5-83f7db984ae1" providerId="ADAL" clId="{D98C678E-A0E5-4DB4-A5A8-11B1E78A22E6}" dt="2024-03-16T18:31:09.566" v="670" actId="208"/>
          <ac:spMkLst>
            <pc:docMk/>
            <pc:sldMk cId="3423631714" sldId="258"/>
            <ac:spMk id="11" creationId="{FA5B6DA5-1C6B-45F9-4BE1-12078BEC426D}"/>
          </ac:spMkLst>
        </pc:spChg>
        <pc:spChg chg="mod">
          <ac:chgData name="Silva, Luiza" userId="e2b5f985-4393-469d-b6f5-83f7db984ae1" providerId="ADAL" clId="{D98C678E-A0E5-4DB4-A5A8-11B1E78A22E6}" dt="2024-03-16T18:30:50.332" v="662" actId="208"/>
          <ac:spMkLst>
            <pc:docMk/>
            <pc:sldMk cId="3423631714" sldId="258"/>
            <ac:spMk id="12" creationId="{DF329D2C-7562-0CF1-8E9E-4840EF158DAF}"/>
          </ac:spMkLst>
        </pc:spChg>
        <pc:picChg chg="add del">
          <ac:chgData name="Silva, Luiza" userId="e2b5f985-4393-469d-b6f5-83f7db984ae1" providerId="ADAL" clId="{D98C678E-A0E5-4DB4-A5A8-11B1E78A22E6}" dt="2024-03-16T18:49:55.664" v="799" actId="22"/>
          <ac:picMkLst>
            <pc:docMk/>
            <pc:sldMk cId="3423631714" sldId="258"/>
            <ac:picMk id="5" creationId="{C267F5DF-FEA8-9CE0-0DE5-00E796FAD8FA}"/>
          </ac:picMkLst>
        </pc:picChg>
      </pc:sldChg>
      <pc:sldChg chg="modSp mod">
        <pc:chgData name="Silva, Luiza" userId="e2b5f985-4393-469d-b6f5-83f7db984ae1" providerId="ADAL" clId="{D98C678E-A0E5-4DB4-A5A8-11B1E78A22E6}" dt="2024-03-16T18:50:11" v="803" actId="255"/>
        <pc:sldMkLst>
          <pc:docMk/>
          <pc:sldMk cId="136059863" sldId="259"/>
        </pc:sldMkLst>
        <pc:spChg chg="mod">
          <ac:chgData name="Silva, Luiza" userId="e2b5f985-4393-469d-b6f5-83f7db984ae1" providerId="ADAL" clId="{D98C678E-A0E5-4DB4-A5A8-11B1E78A22E6}" dt="2024-03-16T18:32:49.872" v="674" actId="208"/>
          <ac:spMkLst>
            <pc:docMk/>
            <pc:sldMk cId="136059863" sldId="259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33:09.594" v="681" actId="208"/>
          <ac:spMkLst>
            <pc:docMk/>
            <pc:sldMk cId="136059863" sldId="259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36:22.676" v="690" actId="208"/>
          <ac:spMkLst>
            <pc:docMk/>
            <pc:sldMk cId="136059863" sldId="259"/>
            <ac:spMk id="4" creationId="{3F04A19D-54D0-404F-16AA-1A34142B2768}"/>
          </ac:spMkLst>
        </pc:spChg>
        <pc:spChg chg="mod">
          <ac:chgData name="Silva, Luiza" userId="e2b5f985-4393-469d-b6f5-83f7db984ae1" providerId="ADAL" clId="{D98C678E-A0E5-4DB4-A5A8-11B1E78A22E6}" dt="2024-03-16T18:36:19.402" v="689" actId="208"/>
          <ac:spMkLst>
            <pc:docMk/>
            <pc:sldMk cId="136059863" sldId="259"/>
            <ac:spMk id="5" creationId="{1BF3DFB9-28F3-1BA7-3183-82442753957D}"/>
          </ac:spMkLst>
        </pc:spChg>
        <pc:spChg chg="mod">
          <ac:chgData name="Silva, Luiza" userId="e2b5f985-4393-469d-b6f5-83f7db984ae1" providerId="ADAL" clId="{D98C678E-A0E5-4DB4-A5A8-11B1E78A22E6}" dt="2024-03-16T18:36:26.187" v="691" actId="208"/>
          <ac:spMkLst>
            <pc:docMk/>
            <pc:sldMk cId="136059863" sldId="259"/>
            <ac:spMk id="6" creationId="{1DB43F18-834B-D163-4B15-1F6E222D0F9B}"/>
          </ac:spMkLst>
        </pc:spChg>
        <pc:spChg chg="mod">
          <ac:chgData name="Silva, Luiza" userId="e2b5f985-4393-469d-b6f5-83f7db984ae1" providerId="ADAL" clId="{D98C678E-A0E5-4DB4-A5A8-11B1E78A22E6}" dt="2024-03-16T18:36:29.992" v="692" actId="208"/>
          <ac:spMkLst>
            <pc:docMk/>
            <pc:sldMk cId="136059863" sldId="259"/>
            <ac:spMk id="7" creationId="{A94C9B42-AD87-DDF9-6D45-1075A3331E9C}"/>
          </ac:spMkLst>
        </pc:spChg>
        <pc:spChg chg="mod">
          <ac:chgData name="Silva, Luiza" userId="e2b5f985-4393-469d-b6f5-83f7db984ae1" providerId="ADAL" clId="{D98C678E-A0E5-4DB4-A5A8-11B1E78A22E6}" dt="2024-03-16T18:50:11" v="803" actId="255"/>
          <ac:spMkLst>
            <pc:docMk/>
            <pc:sldMk cId="136059863" sldId="259"/>
            <ac:spMk id="9" creationId="{17F322A7-6B43-EA0F-9B35-07076AEEB371}"/>
          </ac:spMkLst>
        </pc:spChg>
        <pc:spChg chg="mod">
          <ac:chgData name="Silva, Luiza" userId="e2b5f985-4393-469d-b6f5-83f7db984ae1" providerId="ADAL" clId="{D98C678E-A0E5-4DB4-A5A8-11B1E78A22E6}" dt="2024-03-16T18:33:03.467" v="679" actId="208"/>
          <ac:spMkLst>
            <pc:docMk/>
            <pc:sldMk cId="136059863" sldId="259"/>
            <ac:spMk id="10" creationId="{BEC4B3E6-6B53-453C-5CF2-2A7416E058C2}"/>
          </ac:spMkLst>
        </pc:spChg>
        <pc:spChg chg="mod">
          <ac:chgData name="Silva, Luiza" userId="e2b5f985-4393-469d-b6f5-83f7db984ae1" providerId="ADAL" clId="{D98C678E-A0E5-4DB4-A5A8-11B1E78A22E6}" dt="2024-03-16T18:33:12.927" v="682" actId="208"/>
          <ac:spMkLst>
            <pc:docMk/>
            <pc:sldMk cId="136059863" sldId="259"/>
            <ac:spMk id="11" creationId="{FA5B6DA5-1C6B-45F9-4BE1-12078BEC426D}"/>
          </ac:spMkLst>
        </pc:spChg>
      </pc:sldChg>
      <pc:sldChg chg="modSp mod">
        <pc:chgData name="Silva, Luiza" userId="e2b5f985-4393-469d-b6f5-83f7db984ae1" providerId="ADAL" clId="{D98C678E-A0E5-4DB4-A5A8-11B1E78A22E6}" dt="2024-03-16T19:09:10.692" v="939" actId="208"/>
        <pc:sldMkLst>
          <pc:docMk/>
          <pc:sldMk cId="3506020371" sldId="260"/>
        </pc:sldMkLst>
        <pc:spChg chg="mod">
          <ac:chgData name="Silva, Luiza" userId="e2b5f985-4393-469d-b6f5-83f7db984ae1" providerId="ADAL" clId="{D98C678E-A0E5-4DB4-A5A8-11B1E78A22E6}" dt="2024-03-16T19:09:10.692" v="939" actId="208"/>
          <ac:spMkLst>
            <pc:docMk/>
            <pc:sldMk cId="3506020371" sldId="260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48:19.395" v="783" actId="208"/>
          <ac:spMkLst>
            <pc:docMk/>
            <pc:sldMk cId="3506020371" sldId="260"/>
            <ac:spMk id="13" creationId="{6EF5ADA5-2AB3-3499-D9CD-21F52577059F}"/>
          </ac:spMkLst>
        </pc:spChg>
        <pc:spChg chg="mod">
          <ac:chgData name="Silva, Luiza" userId="e2b5f985-4393-469d-b6f5-83f7db984ae1" providerId="ADAL" clId="{D98C678E-A0E5-4DB4-A5A8-11B1E78A22E6}" dt="2024-03-16T18:48:12.197" v="781" actId="208"/>
          <ac:spMkLst>
            <pc:docMk/>
            <pc:sldMk cId="3506020371" sldId="260"/>
            <ac:spMk id="14" creationId="{3651B17E-425C-38C8-DE78-BF20C08921ED}"/>
          </ac:spMkLst>
        </pc:spChg>
        <pc:spChg chg="mod">
          <ac:chgData name="Silva, Luiza" userId="e2b5f985-4393-469d-b6f5-83f7db984ae1" providerId="ADAL" clId="{D98C678E-A0E5-4DB4-A5A8-11B1E78A22E6}" dt="2024-03-16T18:48:15.519" v="782" actId="208"/>
          <ac:spMkLst>
            <pc:docMk/>
            <pc:sldMk cId="3506020371" sldId="260"/>
            <ac:spMk id="15" creationId="{2A6C2F4B-EE51-2A03-4E2D-553619055C2D}"/>
          </ac:spMkLst>
        </pc:spChg>
      </pc:sldChg>
      <pc:sldChg chg="modSp mod">
        <pc:chgData name="Silva, Luiza" userId="e2b5f985-4393-469d-b6f5-83f7db984ae1" providerId="ADAL" clId="{D98C678E-A0E5-4DB4-A5A8-11B1E78A22E6}" dt="2024-03-16T21:04:31.676" v="953" actId="13926"/>
        <pc:sldMkLst>
          <pc:docMk/>
          <pc:sldMk cId="1088406655" sldId="261"/>
        </pc:sldMkLst>
        <pc:spChg chg="mod">
          <ac:chgData name="Silva, Luiza" userId="e2b5f985-4393-469d-b6f5-83f7db984ae1" providerId="ADAL" clId="{D98C678E-A0E5-4DB4-A5A8-11B1E78A22E6}" dt="2024-03-16T21:04:31.676" v="953" actId="13926"/>
          <ac:spMkLst>
            <pc:docMk/>
            <pc:sldMk cId="1088406655" sldId="261"/>
            <ac:spMk id="2" creationId="{E68BA90E-9BF2-DB3D-CC4D-6C08886A1BC8}"/>
          </ac:spMkLst>
        </pc:spChg>
      </pc:sldChg>
      <pc:sldChg chg="modSp mod">
        <pc:chgData name="Silva, Luiza" userId="e2b5f985-4393-469d-b6f5-83f7db984ae1" providerId="ADAL" clId="{D98C678E-A0E5-4DB4-A5A8-11B1E78A22E6}" dt="2024-03-16T18:45:38.874" v="774" actId="208"/>
        <pc:sldMkLst>
          <pc:docMk/>
          <pc:sldMk cId="3872717495" sldId="263"/>
        </pc:sldMkLst>
        <pc:spChg chg="mod">
          <ac:chgData name="Silva, Luiza" userId="e2b5f985-4393-469d-b6f5-83f7db984ae1" providerId="ADAL" clId="{D98C678E-A0E5-4DB4-A5A8-11B1E78A22E6}" dt="2024-03-16T18:40:52.108" v="732" actId="208"/>
          <ac:spMkLst>
            <pc:docMk/>
            <pc:sldMk cId="3872717495" sldId="263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45:35.379" v="773" actId="208"/>
          <ac:spMkLst>
            <pc:docMk/>
            <pc:sldMk cId="3872717495" sldId="263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45:35.379" v="773" actId="208"/>
          <ac:spMkLst>
            <pc:docMk/>
            <pc:sldMk cId="3872717495" sldId="263"/>
            <ac:spMk id="4" creationId="{6DE27857-B374-C835-386F-0B282EA6BF07}"/>
          </ac:spMkLst>
        </pc:spChg>
        <pc:spChg chg="mod">
          <ac:chgData name="Silva, Luiza" userId="e2b5f985-4393-469d-b6f5-83f7db984ae1" providerId="ADAL" clId="{D98C678E-A0E5-4DB4-A5A8-11B1E78A22E6}" dt="2024-03-16T18:45:35.379" v="773" actId="208"/>
          <ac:spMkLst>
            <pc:docMk/>
            <pc:sldMk cId="3872717495" sldId="263"/>
            <ac:spMk id="5" creationId="{C549DC8D-65D7-D4A7-4BC3-C4A79C8DCCC9}"/>
          </ac:spMkLst>
        </pc:spChg>
        <pc:spChg chg="mod">
          <ac:chgData name="Silva, Luiza" userId="e2b5f985-4393-469d-b6f5-83f7db984ae1" providerId="ADAL" clId="{D98C678E-A0E5-4DB4-A5A8-11B1E78A22E6}" dt="2024-03-16T18:45:35.379" v="773" actId="208"/>
          <ac:spMkLst>
            <pc:docMk/>
            <pc:sldMk cId="3872717495" sldId="263"/>
            <ac:spMk id="6" creationId="{BCC5DD7C-2442-0BA3-5331-399436138C71}"/>
          </ac:spMkLst>
        </pc:spChg>
        <pc:spChg chg="mod">
          <ac:chgData name="Silva, Luiza" userId="e2b5f985-4393-469d-b6f5-83f7db984ae1" providerId="ADAL" clId="{D98C678E-A0E5-4DB4-A5A8-11B1E78A22E6}" dt="2024-03-16T18:45:35.379" v="773" actId="208"/>
          <ac:spMkLst>
            <pc:docMk/>
            <pc:sldMk cId="3872717495" sldId="263"/>
            <ac:spMk id="7" creationId="{ADB8F013-FFB6-8DCC-94E4-064E57760069}"/>
          </ac:spMkLst>
        </pc:spChg>
        <pc:spChg chg="mod">
          <ac:chgData name="Silva, Luiza" userId="e2b5f985-4393-469d-b6f5-83f7db984ae1" providerId="ADAL" clId="{D98C678E-A0E5-4DB4-A5A8-11B1E78A22E6}" dt="2024-03-16T18:45:35.379" v="773" actId="208"/>
          <ac:spMkLst>
            <pc:docMk/>
            <pc:sldMk cId="3872717495" sldId="263"/>
            <ac:spMk id="8" creationId="{E3F4DDF2-1A1B-C51F-7CF5-CEDA046634DF}"/>
          </ac:spMkLst>
        </pc:spChg>
        <pc:spChg chg="mod">
          <ac:chgData name="Silva, Luiza" userId="e2b5f985-4393-469d-b6f5-83f7db984ae1" providerId="ADAL" clId="{D98C678E-A0E5-4DB4-A5A8-11B1E78A22E6}" dt="2024-03-16T18:45:38.874" v="774" actId="208"/>
          <ac:spMkLst>
            <pc:docMk/>
            <pc:sldMk cId="3872717495" sldId="263"/>
            <ac:spMk id="12" creationId="{4AB4321A-D756-EEC9-A611-67254376DCDA}"/>
          </ac:spMkLst>
        </pc:spChg>
      </pc:sldChg>
      <pc:sldChg chg="modSp del mod">
        <pc:chgData name="Silva, Luiza" userId="e2b5f985-4393-469d-b6f5-83f7db984ae1" providerId="ADAL" clId="{D98C678E-A0E5-4DB4-A5A8-11B1E78A22E6}" dt="2024-03-16T15:50:14.695" v="114" actId="47"/>
        <pc:sldMkLst>
          <pc:docMk/>
          <pc:sldMk cId="3227168121" sldId="264"/>
        </pc:sldMkLst>
        <pc:spChg chg="mod">
          <ac:chgData name="Silva, Luiza" userId="e2b5f985-4393-469d-b6f5-83f7db984ae1" providerId="ADAL" clId="{D98C678E-A0E5-4DB4-A5A8-11B1E78A22E6}" dt="2024-03-16T15:18:14.889" v="1" actId="1076"/>
          <ac:spMkLst>
            <pc:docMk/>
            <pc:sldMk cId="3227168121" sldId="264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5:18:09.620" v="0" actId="1076"/>
          <ac:spMkLst>
            <pc:docMk/>
            <pc:sldMk cId="3227168121" sldId="264"/>
            <ac:spMk id="7" creationId="{ADB8F013-FFB6-8DCC-94E4-064E57760069}"/>
          </ac:spMkLst>
        </pc:spChg>
      </pc:sldChg>
      <pc:sldChg chg="addSp modSp add mod">
        <pc:chgData name="Silva, Luiza" userId="e2b5f985-4393-469d-b6f5-83f7db984ae1" providerId="ADAL" clId="{D98C678E-A0E5-4DB4-A5A8-11B1E78A22E6}" dt="2024-03-16T18:45:45.632" v="775" actId="208"/>
        <pc:sldMkLst>
          <pc:docMk/>
          <pc:sldMk cId="1159255637" sldId="265"/>
        </pc:sldMkLst>
        <pc:spChg chg="mod">
          <ac:chgData name="Silva, Luiza" userId="e2b5f985-4393-469d-b6f5-83f7db984ae1" providerId="ADAL" clId="{D98C678E-A0E5-4DB4-A5A8-11B1E78A22E6}" dt="2024-03-16T18:40:48" v="731" actId="208"/>
          <ac:spMkLst>
            <pc:docMk/>
            <pc:sldMk cId="1159255637" sldId="265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45:45.632" v="775" actId="208"/>
          <ac:spMkLst>
            <pc:docMk/>
            <pc:sldMk cId="1159255637" sldId="265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45:45.632" v="775" actId="208"/>
          <ac:spMkLst>
            <pc:docMk/>
            <pc:sldMk cId="1159255637" sldId="265"/>
            <ac:spMk id="4" creationId="{6DE27857-B374-C835-386F-0B282EA6BF07}"/>
          </ac:spMkLst>
        </pc:spChg>
        <pc:spChg chg="mod">
          <ac:chgData name="Silva, Luiza" userId="e2b5f985-4393-469d-b6f5-83f7db984ae1" providerId="ADAL" clId="{D98C678E-A0E5-4DB4-A5A8-11B1E78A22E6}" dt="2024-03-16T18:45:45.632" v="775" actId="208"/>
          <ac:spMkLst>
            <pc:docMk/>
            <pc:sldMk cId="1159255637" sldId="265"/>
            <ac:spMk id="5" creationId="{C549DC8D-65D7-D4A7-4BC3-C4A79C8DCCC9}"/>
          </ac:spMkLst>
        </pc:spChg>
        <pc:spChg chg="mod">
          <ac:chgData name="Silva, Luiza" userId="e2b5f985-4393-469d-b6f5-83f7db984ae1" providerId="ADAL" clId="{D98C678E-A0E5-4DB4-A5A8-11B1E78A22E6}" dt="2024-03-16T18:45:45.632" v="775" actId="208"/>
          <ac:spMkLst>
            <pc:docMk/>
            <pc:sldMk cId="1159255637" sldId="265"/>
            <ac:spMk id="6" creationId="{BCC5DD7C-2442-0BA3-5331-399436138C71}"/>
          </ac:spMkLst>
        </pc:spChg>
        <pc:spChg chg="mod">
          <ac:chgData name="Silva, Luiza" userId="e2b5f985-4393-469d-b6f5-83f7db984ae1" providerId="ADAL" clId="{D98C678E-A0E5-4DB4-A5A8-11B1E78A22E6}" dt="2024-03-16T18:45:45.632" v="775" actId="208"/>
          <ac:spMkLst>
            <pc:docMk/>
            <pc:sldMk cId="1159255637" sldId="265"/>
            <ac:spMk id="7" creationId="{ADB8F013-FFB6-8DCC-94E4-064E57760069}"/>
          </ac:spMkLst>
        </pc:spChg>
        <pc:spChg chg="mod">
          <ac:chgData name="Silva, Luiza" userId="e2b5f985-4393-469d-b6f5-83f7db984ae1" providerId="ADAL" clId="{D98C678E-A0E5-4DB4-A5A8-11B1E78A22E6}" dt="2024-03-16T18:45:45.632" v="775" actId="208"/>
          <ac:spMkLst>
            <pc:docMk/>
            <pc:sldMk cId="1159255637" sldId="265"/>
            <ac:spMk id="8" creationId="{E3F4DDF2-1A1B-C51F-7CF5-CEDA046634DF}"/>
          </ac:spMkLst>
        </pc:spChg>
        <pc:spChg chg="add mod">
          <ac:chgData name="Silva, Luiza" userId="e2b5f985-4393-469d-b6f5-83f7db984ae1" providerId="ADAL" clId="{D98C678E-A0E5-4DB4-A5A8-11B1E78A22E6}" dt="2024-03-16T18:45:45.632" v="775" actId="208"/>
          <ac:spMkLst>
            <pc:docMk/>
            <pc:sldMk cId="1159255637" sldId="265"/>
            <ac:spMk id="10" creationId="{6E683A2F-FC73-6A68-875C-65B2FC97969A}"/>
          </ac:spMkLst>
        </pc:spChg>
        <pc:spChg chg="mod">
          <ac:chgData name="Silva, Luiza" userId="e2b5f985-4393-469d-b6f5-83f7db984ae1" providerId="ADAL" clId="{D98C678E-A0E5-4DB4-A5A8-11B1E78A22E6}" dt="2024-03-16T18:45:45.632" v="775" actId="208"/>
          <ac:spMkLst>
            <pc:docMk/>
            <pc:sldMk cId="1159255637" sldId="265"/>
            <ac:spMk id="12" creationId="{4AB4321A-D756-EEC9-A611-67254376DCDA}"/>
          </ac:spMkLst>
        </pc:spChg>
      </pc:sldChg>
      <pc:sldChg chg="addSp delSp modSp new mod setBg">
        <pc:chgData name="Silva, Luiza" userId="e2b5f985-4393-469d-b6f5-83f7db984ae1" providerId="ADAL" clId="{D98C678E-A0E5-4DB4-A5A8-11B1E78A22E6}" dt="2024-03-16T15:52:25.527" v="123" actId="14100"/>
        <pc:sldMkLst>
          <pc:docMk/>
          <pc:sldMk cId="2526656761" sldId="266"/>
        </pc:sldMkLst>
        <pc:picChg chg="add del mod">
          <ac:chgData name="Silva, Luiza" userId="e2b5f985-4393-469d-b6f5-83f7db984ae1" providerId="ADAL" clId="{D98C678E-A0E5-4DB4-A5A8-11B1E78A22E6}" dt="2024-03-16T15:52:13.120" v="115" actId="478"/>
          <ac:picMkLst>
            <pc:docMk/>
            <pc:sldMk cId="2526656761" sldId="266"/>
            <ac:picMk id="2" creationId="{661D32DD-16E4-6BE3-5FE4-9751055CD335}"/>
          </ac:picMkLst>
        </pc:picChg>
        <pc:picChg chg="add mod">
          <ac:chgData name="Silva, Luiza" userId="e2b5f985-4393-469d-b6f5-83f7db984ae1" providerId="ADAL" clId="{D98C678E-A0E5-4DB4-A5A8-11B1E78A22E6}" dt="2024-03-16T15:34:46.714" v="29" actId="14100"/>
          <ac:picMkLst>
            <pc:docMk/>
            <pc:sldMk cId="2526656761" sldId="266"/>
            <ac:picMk id="4" creationId="{BE3C6B50-D516-1DD4-C639-B3AE6121A160}"/>
          </ac:picMkLst>
        </pc:picChg>
        <pc:picChg chg="add mod">
          <ac:chgData name="Silva, Luiza" userId="e2b5f985-4393-469d-b6f5-83f7db984ae1" providerId="ADAL" clId="{D98C678E-A0E5-4DB4-A5A8-11B1E78A22E6}" dt="2024-03-16T15:52:25.527" v="123" actId="14100"/>
          <ac:picMkLst>
            <pc:docMk/>
            <pc:sldMk cId="2526656761" sldId="266"/>
            <ac:picMk id="6" creationId="{45993D26-84DB-AD79-4348-25A9E926C17C}"/>
          </ac:picMkLst>
        </pc:picChg>
      </pc:sldChg>
      <pc:sldChg chg="modSp add mod ord">
        <pc:chgData name="Silva, Luiza" userId="e2b5f985-4393-469d-b6f5-83f7db984ae1" providerId="ADAL" clId="{D98C678E-A0E5-4DB4-A5A8-11B1E78A22E6}" dt="2024-03-16T18:46:12.467" v="780" actId="208"/>
        <pc:sldMkLst>
          <pc:docMk/>
          <pc:sldMk cId="172261551" sldId="267"/>
        </pc:sldMkLst>
        <pc:spChg chg="mod">
          <ac:chgData name="Silva, Luiza" userId="e2b5f985-4393-469d-b6f5-83f7db984ae1" providerId="ADAL" clId="{D98C678E-A0E5-4DB4-A5A8-11B1E78A22E6}" dt="2024-03-16T18:40:44.278" v="730" actId="208"/>
          <ac:spMkLst>
            <pc:docMk/>
            <pc:sldMk cId="172261551" sldId="267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43:58.886" v="759" actId="208"/>
          <ac:spMkLst>
            <pc:docMk/>
            <pc:sldMk cId="172261551" sldId="267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44:09.964" v="761" actId="208"/>
          <ac:spMkLst>
            <pc:docMk/>
            <pc:sldMk cId="172261551" sldId="267"/>
            <ac:spMk id="4" creationId="{6DE27857-B374-C835-386F-0B282EA6BF07}"/>
          </ac:spMkLst>
        </pc:spChg>
        <pc:spChg chg="mod">
          <ac:chgData name="Silva, Luiza" userId="e2b5f985-4393-469d-b6f5-83f7db984ae1" providerId="ADAL" clId="{D98C678E-A0E5-4DB4-A5A8-11B1E78A22E6}" dt="2024-03-16T18:44:04.987" v="760" actId="208"/>
          <ac:spMkLst>
            <pc:docMk/>
            <pc:sldMk cId="172261551" sldId="267"/>
            <ac:spMk id="5" creationId="{C549DC8D-65D7-D4A7-4BC3-C4A79C8DCCC9}"/>
          </ac:spMkLst>
        </pc:spChg>
        <pc:spChg chg="mod">
          <ac:chgData name="Silva, Luiza" userId="e2b5f985-4393-469d-b6f5-83f7db984ae1" providerId="ADAL" clId="{D98C678E-A0E5-4DB4-A5A8-11B1E78A22E6}" dt="2024-03-16T18:46:12.467" v="780" actId="208"/>
          <ac:spMkLst>
            <pc:docMk/>
            <pc:sldMk cId="172261551" sldId="267"/>
            <ac:spMk id="6" creationId="{BCC5DD7C-2442-0BA3-5331-399436138C71}"/>
          </ac:spMkLst>
        </pc:spChg>
        <pc:spChg chg="mod">
          <ac:chgData name="Silva, Luiza" userId="e2b5f985-4393-469d-b6f5-83f7db984ae1" providerId="ADAL" clId="{D98C678E-A0E5-4DB4-A5A8-11B1E78A22E6}" dt="2024-03-16T18:44:04.987" v="760" actId="208"/>
          <ac:spMkLst>
            <pc:docMk/>
            <pc:sldMk cId="172261551" sldId="267"/>
            <ac:spMk id="7" creationId="{ADB8F013-FFB6-8DCC-94E4-064E57760069}"/>
          </ac:spMkLst>
        </pc:spChg>
        <pc:spChg chg="mod">
          <ac:chgData name="Silva, Luiza" userId="e2b5f985-4393-469d-b6f5-83f7db984ae1" providerId="ADAL" clId="{D98C678E-A0E5-4DB4-A5A8-11B1E78A22E6}" dt="2024-03-16T18:44:04.987" v="760" actId="208"/>
          <ac:spMkLst>
            <pc:docMk/>
            <pc:sldMk cId="172261551" sldId="267"/>
            <ac:spMk id="8" creationId="{E3F4DDF2-1A1B-C51F-7CF5-CEDA046634DF}"/>
          </ac:spMkLst>
        </pc:spChg>
        <pc:spChg chg="mod">
          <ac:chgData name="Silva, Luiza" userId="e2b5f985-4393-469d-b6f5-83f7db984ae1" providerId="ADAL" clId="{D98C678E-A0E5-4DB4-A5A8-11B1E78A22E6}" dt="2024-03-16T18:44:19.889" v="763" actId="1076"/>
          <ac:spMkLst>
            <pc:docMk/>
            <pc:sldMk cId="172261551" sldId="267"/>
            <ac:spMk id="10" creationId="{6E683A2F-FC73-6A68-875C-65B2FC97969A}"/>
          </ac:spMkLst>
        </pc:spChg>
        <pc:spChg chg="mod">
          <ac:chgData name="Silva, Luiza" userId="e2b5f985-4393-469d-b6f5-83f7db984ae1" providerId="ADAL" clId="{D98C678E-A0E5-4DB4-A5A8-11B1E78A22E6}" dt="2024-03-16T18:44:12.912" v="762" actId="208"/>
          <ac:spMkLst>
            <pc:docMk/>
            <pc:sldMk cId="172261551" sldId="267"/>
            <ac:spMk id="12" creationId="{4AB4321A-D756-EEC9-A611-67254376DCDA}"/>
          </ac:spMkLst>
        </pc:spChg>
      </pc:sldChg>
      <pc:sldChg chg="modSp add mod">
        <pc:chgData name="Silva, Luiza" userId="e2b5f985-4393-469d-b6f5-83f7db984ae1" providerId="ADAL" clId="{D98C678E-A0E5-4DB4-A5A8-11B1E78A22E6}" dt="2024-03-16T18:45:04.315" v="769" actId="208"/>
        <pc:sldMkLst>
          <pc:docMk/>
          <pc:sldMk cId="1295740427" sldId="268"/>
        </pc:sldMkLst>
        <pc:spChg chg="mod">
          <ac:chgData name="Silva, Luiza" userId="e2b5f985-4393-469d-b6f5-83f7db984ae1" providerId="ADAL" clId="{D98C678E-A0E5-4DB4-A5A8-11B1E78A22E6}" dt="2024-03-16T18:44:37.452" v="765" actId="208"/>
          <ac:spMkLst>
            <pc:docMk/>
            <pc:sldMk cId="1295740427" sldId="268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44:34.692" v="764" actId="208"/>
          <ac:spMkLst>
            <pc:docMk/>
            <pc:sldMk cId="1295740427" sldId="268"/>
            <ac:spMk id="4" creationId="{6DE27857-B374-C835-386F-0B282EA6BF07}"/>
          </ac:spMkLst>
        </pc:spChg>
        <pc:spChg chg="mod">
          <ac:chgData name="Silva, Luiza" userId="e2b5f985-4393-469d-b6f5-83f7db984ae1" providerId="ADAL" clId="{D98C678E-A0E5-4DB4-A5A8-11B1E78A22E6}" dt="2024-03-16T18:44:41.331" v="766" actId="208"/>
          <ac:spMkLst>
            <pc:docMk/>
            <pc:sldMk cId="1295740427" sldId="268"/>
            <ac:spMk id="5" creationId="{C549DC8D-65D7-D4A7-4BC3-C4A79C8DCCC9}"/>
          </ac:spMkLst>
        </pc:spChg>
        <pc:spChg chg="mod">
          <ac:chgData name="Silva, Luiza" userId="e2b5f985-4393-469d-b6f5-83f7db984ae1" providerId="ADAL" clId="{D98C678E-A0E5-4DB4-A5A8-11B1E78A22E6}" dt="2024-03-16T18:45:04.315" v="769" actId="208"/>
          <ac:spMkLst>
            <pc:docMk/>
            <pc:sldMk cId="1295740427" sldId="268"/>
            <ac:spMk id="6" creationId="{BCC5DD7C-2442-0BA3-5331-399436138C71}"/>
          </ac:spMkLst>
        </pc:spChg>
        <pc:spChg chg="mod">
          <ac:chgData name="Silva, Luiza" userId="e2b5f985-4393-469d-b6f5-83f7db984ae1" providerId="ADAL" clId="{D98C678E-A0E5-4DB4-A5A8-11B1E78A22E6}" dt="2024-03-16T18:44:55.034" v="767" actId="208"/>
          <ac:spMkLst>
            <pc:docMk/>
            <pc:sldMk cId="1295740427" sldId="268"/>
            <ac:spMk id="7" creationId="{ADB8F013-FFB6-8DCC-94E4-064E57760069}"/>
          </ac:spMkLst>
        </pc:spChg>
        <pc:spChg chg="mod">
          <ac:chgData name="Silva, Luiza" userId="e2b5f985-4393-469d-b6f5-83f7db984ae1" providerId="ADAL" clId="{D98C678E-A0E5-4DB4-A5A8-11B1E78A22E6}" dt="2024-03-16T18:44:55.034" v="767" actId="208"/>
          <ac:spMkLst>
            <pc:docMk/>
            <pc:sldMk cId="1295740427" sldId="268"/>
            <ac:spMk id="8" creationId="{E3F4DDF2-1A1B-C51F-7CF5-CEDA046634DF}"/>
          </ac:spMkLst>
        </pc:spChg>
        <pc:spChg chg="mod">
          <ac:chgData name="Silva, Luiza" userId="e2b5f985-4393-469d-b6f5-83f7db984ae1" providerId="ADAL" clId="{D98C678E-A0E5-4DB4-A5A8-11B1E78A22E6}" dt="2024-03-16T15:42:23.970" v="58" actId="1076"/>
          <ac:spMkLst>
            <pc:docMk/>
            <pc:sldMk cId="1295740427" sldId="268"/>
            <ac:spMk id="10" creationId="{6E683A2F-FC73-6A68-875C-65B2FC97969A}"/>
          </ac:spMkLst>
        </pc:spChg>
        <pc:spChg chg="mod">
          <ac:chgData name="Silva, Luiza" userId="e2b5f985-4393-469d-b6f5-83f7db984ae1" providerId="ADAL" clId="{D98C678E-A0E5-4DB4-A5A8-11B1E78A22E6}" dt="2024-03-16T18:44:58.369" v="768" actId="208"/>
          <ac:spMkLst>
            <pc:docMk/>
            <pc:sldMk cId="1295740427" sldId="268"/>
            <ac:spMk id="12" creationId="{4AB4321A-D756-EEC9-A611-67254376DCDA}"/>
          </ac:spMkLst>
        </pc:spChg>
      </pc:sldChg>
      <pc:sldChg chg="modSp add mod">
        <pc:chgData name="Silva, Luiza" userId="e2b5f985-4393-469d-b6f5-83f7db984ae1" providerId="ADAL" clId="{D98C678E-A0E5-4DB4-A5A8-11B1E78A22E6}" dt="2024-03-16T18:46:06.105" v="779" actId="208"/>
        <pc:sldMkLst>
          <pc:docMk/>
          <pc:sldMk cId="4126331095" sldId="269"/>
        </pc:sldMkLst>
        <pc:spChg chg="mod">
          <ac:chgData name="Silva, Luiza" userId="e2b5f985-4393-469d-b6f5-83f7db984ae1" providerId="ADAL" clId="{D98C678E-A0E5-4DB4-A5A8-11B1E78A22E6}" dt="2024-03-16T18:45:56.099" v="776" actId="208"/>
          <ac:spMkLst>
            <pc:docMk/>
            <pc:sldMk cId="4126331095" sldId="269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45:56.099" v="776" actId="208"/>
          <ac:spMkLst>
            <pc:docMk/>
            <pc:sldMk cId="4126331095" sldId="269"/>
            <ac:spMk id="4" creationId="{6DE27857-B374-C835-386F-0B282EA6BF07}"/>
          </ac:spMkLst>
        </pc:spChg>
        <pc:spChg chg="mod">
          <ac:chgData name="Silva, Luiza" userId="e2b5f985-4393-469d-b6f5-83f7db984ae1" providerId="ADAL" clId="{D98C678E-A0E5-4DB4-A5A8-11B1E78A22E6}" dt="2024-03-16T18:46:02.144" v="778" actId="208"/>
          <ac:spMkLst>
            <pc:docMk/>
            <pc:sldMk cId="4126331095" sldId="269"/>
            <ac:spMk id="5" creationId="{C549DC8D-65D7-D4A7-4BC3-C4A79C8DCCC9}"/>
          </ac:spMkLst>
        </pc:spChg>
        <pc:spChg chg="mod">
          <ac:chgData name="Silva, Luiza" userId="e2b5f985-4393-469d-b6f5-83f7db984ae1" providerId="ADAL" clId="{D98C678E-A0E5-4DB4-A5A8-11B1E78A22E6}" dt="2024-03-16T18:46:06.105" v="779" actId="208"/>
          <ac:spMkLst>
            <pc:docMk/>
            <pc:sldMk cId="4126331095" sldId="269"/>
            <ac:spMk id="6" creationId="{BCC5DD7C-2442-0BA3-5331-399436138C71}"/>
          </ac:spMkLst>
        </pc:spChg>
        <pc:spChg chg="mod">
          <ac:chgData name="Silva, Luiza" userId="e2b5f985-4393-469d-b6f5-83f7db984ae1" providerId="ADAL" clId="{D98C678E-A0E5-4DB4-A5A8-11B1E78A22E6}" dt="2024-03-16T18:45:59.026" v="777" actId="208"/>
          <ac:spMkLst>
            <pc:docMk/>
            <pc:sldMk cId="4126331095" sldId="269"/>
            <ac:spMk id="7" creationId="{ADB8F013-FFB6-8DCC-94E4-064E57760069}"/>
          </ac:spMkLst>
        </pc:spChg>
        <pc:spChg chg="mod">
          <ac:chgData name="Silva, Luiza" userId="e2b5f985-4393-469d-b6f5-83f7db984ae1" providerId="ADAL" clId="{D98C678E-A0E5-4DB4-A5A8-11B1E78A22E6}" dt="2024-03-16T18:45:56.099" v="776" actId="208"/>
          <ac:spMkLst>
            <pc:docMk/>
            <pc:sldMk cId="4126331095" sldId="269"/>
            <ac:spMk id="8" creationId="{E3F4DDF2-1A1B-C51F-7CF5-CEDA046634DF}"/>
          </ac:spMkLst>
        </pc:spChg>
        <pc:spChg chg="mod">
          <ac:chgData name="Silva, Luiza" userId="e2b5f985-4393-469d-b6f5-83f7db984ae1" providerId="ADAL" clId="{D98C678E-A0E5-4DB4-A5A8-11B1E78A22E6}" dt="2024-03-16T15:45:51.797" v="80" actId="1076"/>
          <ac:spMkLst>
            <pc:docMk/>
            <pc:sldMk cId="4126331095" sldId="269"/>
            <ac:spMk id="10" creationId="{6E683A2F-FC73-6A68-875C-65B2FC97969A}"/>
          </ac:spMkLst>
        </pc:spChg>
        <pc:spChg chg="mod">
          <ac:chgData name="Silva, Luiza" userId="e2b5f985-4393-469d-b6f5-83f7db984ae1" providerId="ADAL" clId="{D98C678E-A0E5-4DB4-A5A8-11B1E78A22E6}" dt="2024-03-16T18:45:56.099" v="776" actId="208"/>
          <ac:spMkLst>
            <pc:docMk/>
            <pc:sldMk cId="4126331095" sldId="269"/>
            <ac:spMk id="12" creationId="{4AB4321A-D756-EEC9-A611-67254376DCDA}"/>
          </ac:spMkLst>
        </pc:spChg>
      </pc:sldChg>
      <pc:sldChg chg="addSp delSp modSp add mod">
        <pc:chgData name="Silva, Luiza" userId="e2b5f985-4393-469d-b6f5-83f7db984ae1" providerId="ADAL" clId="{D98C678E-A0E5-4DB4-A5A8-11B1E78A22E6}" dt="2024-03-16T18:45:15.946" v="771" actId="208"/>
        <pc:sldMkLst>
          <pc:docMk/>
          <pc:sldMk cId="2715016191" sldId="270"/>
        </pc:sldMkLst>
        <pc:spChg chg="mod">
          <ac:chgData name="Silva, Luiza" userId="e2b5f985-4393-469d-b6f5-83f7db984ae1" providerId="ADAL" clId="{D98C678E-A0E5-4DB4-A5A8-11B1E78A22E6}" dt="2024-03-16T18:41:01.375" v="733" actId="208"/>
          <ac:spMkLst>
            <pc:docMk/>
            <pc:sldMk cId="2715016191" sldId="270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42:43.356" v="752" actId="208"/>
          <ac:spMkLst>
            <pc:docMk/>
            <pc:sldMk cId="2715016191" sldId="270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42:43.356" v="752" actId="208"/>
          <ac:spMkLst>
            <pc:docMk/>
            <pc:sldMk cId="2715016191" sldId="270"/>
            <ac:spMk id="4" creationId="{6DE27857-B374-C835-386F-0B282EA6BF07}"/>
          </ac:spMkLst>
        </pc:spChg>
        <pc:spChg chg="mod">
          <ac:chgData name="Silva, Luiza" userId="e2b5f985-4393-469d-b6f5-83f7db984ae1" providerId="ADAL" clId="{D98C678E-A0E5-4DB4-A5A8-11B1E78A22E6}" dt="2024-03-16T18:42:43.356" v="752" actId="208"/>
          <ac:spMkLst>
            <pc:docMk/>
            <pc:sldMk cId="2715016191" sldId="270"/>
            <ac:spMk id="5" creationId="{C549DC8D-65D7-D4A7-4BC3-C4A79C8DCCC9}"/>
          </ac:spMkLst>
        </pc:spChg>
        <pc:spChg chg="mod">
          <ac:chgData name="Silva, Luiza" userId="e2b5f985-4393-469d-b6f5-83f7db984ae1" providerId="ADAL" clId="{D98C678E-A0E5-4DB4-A5A8-11B1E78A22E6}" dt="2024-03-16T18:45:11.162" v="770" actId="208"/>
          <ac:spMkLst>
            <pc:docMk/>
            <pc:sldMk cId="2715016191" sldId="270"/>
            <ac:spMk id="6" creationId="{BCC5DD7C-2442-0BA3-5331-399436138C71}"/>
          </ac:spMkLst>
        </pc:spChg>
        <pc:spChg chg="mod">
          <ac:chgData name="Silva, Luiza" userId="e2b5f985-4393-469d-b6f5-83f7db984ae1" providerId="ADAL" clId="{D98C678E-A0E5-4DB4-A5A8-11B1E78A22E6}" dt="2024-03-16T18:42:43.356" v="752" actId="208"/>
          <ac:spMkLst>
            <pc:docMk/>
            <pc:sldMk cId="2715016191" sldId="270"/>
            <ac:spMk id="7" creationId="{ADB8F013-FFB6-8DCC-94E4-064E57760069}"/>
          </ac:spMkLst>
        </pc:spChg>
        <pc:spChg chg="mod">
          <ac:chgData name="Silva, Luiza" userId="e2b5f985-4393-469d-b6f5-83f7db984ae1" providerId="ADAL" clId="{D98C678E-A0E5-4DB4-A5A8-11B1E78A22E6}" dt="2024-03-16T18:42:43.356" v="752" actId="208"/>
          <ac:spMkLst>
            <pc:docMk/>
            <pc:sldMk cId="2715016191" sldId="270"/>
            <ac:spMk id="8" creationId="{E3F4DDF2-1A1B-C51F-7CF5-CEDA046634DF}"/>
          </ac:spMkLst>
        </pc:spChg>
        <pc:spChg chg="mod">
          <ac:chgData name="Silva, Luiza" userId="e2b5f985-4393-469d-b6f5-83f7db984ae1" providerId="ADAL" clId="{D98C678E-A0E5-4DB4-A5A8-11B1E78A22E6}" dt="2024-03-16T18:42:52.813" v="754" actId="1076"/>
          <ac:spMkLst>
            <pc:docMk/>
            <pc:sldMk cId="2715016191" sldId="270"/>
            <ac:spMk id="10" creationId="{6E683A2F-FC73-6A68-875C-65B2FC97969A}"/>
          </ac:spMkLst>
        </pc:spChg>
        <pc:spChg chg="add del mod">
          <ac:chgData name="Silva, Luiza" userId="e2b5f985-4393-469d-b6f5-83f7db984ae1" providerId="ADAL" clId="{D98C678E-A0E5-4DB4-A5A8-11B1E78A22E6}" dt="2024-03-16T18:45:15.946" v="771" actId="208"/>
          <ac:spMkLst>
            <pc:docMk/>
            <pc:sldMk cId="2715016191" sldId="270"/>
            <ac:spMk id="12" creationId="{4AB4321A-D756-EEC9-A611-67254376DCDA}"/>
          </ac:spMkLst>
        </pc:spChg>
      </pc:sldChg>
      <pc:sldChg chg="modSp add mod">
        <pc:chgData name="Silva, Luiza" userId="e2b5f985-4393-469d-b6f5-83f7db984ae1" providerId="ADAL" clId="{D98C678E-A0E5-4DB4-A5A8-11B1E78A22E6}" dt="2024-03-16T18:42:34.970" v="751" actId="208"/>
        <pc:sldMkLst>
          <pc:docMk/>
          <pc:sldMk cId="1780413828" sldId="271"/>
        </pc:sldMkLst>
        <pc:spChg chg="mod">
          <ac:chgData name="Silva, Luiza" userId="e2b5f985-4393-469d-b6f5-83f7db984ae1" providerId="ADAL" clId="{D98C678E-A0E5-4DB4-A5A8-11B1E78A22E6}" dt="2024-03-16T18:41:05.473" v="734" actId="208"/>
          <ac:spMkLst>
            <pc:docMk/>
            <pc:sldMk cId="1780413828" sldId="271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42:31.039" v="749" actId="208"/>
          <ac:spMkLst>
            <pc:docMk/>
            <pc:sldMk cId="1780413828" sldId="271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42:31.039" v="749" actId="208"/>
          <ac:spMkLst>
            <pc:docMk/>
            <pc:sldMk cId="1780413828" sldId="271"/>
            <ac:spMk id="4" creationId="{6DE27857-B374-C835-386F-0B282EA6BF07}"/>
          </ac:spMkLst>
        </pc:spChg>
        <pc:spChg chg="mod">
          <ac:chgData name="Silva, Luiza" userId="e2b5f985-4393-469d-b6f5-83f7db984ae1" providerId="ADAL" clId="{D98C678E-A0E5-4DB4-A5A8-11B1E78A22E6}" dt="2024-03-16T18:42:31.039" v="749" actId="208"/>
          <ac:spMkLst>
            <pc:docMk/>
            <pc:sldMk cId="1780413828" sldId="271"/>
            <ac:spMk id="5" creationId="{C549DC8D-65D7-D4A7-4BC3-C4A79C8DCCC9}"/>
          </ac:spMkLst>
        </pc:spChg>
        <pc:spChg chg="mod">
          <ac:chgData name="Silva, Luiza" userId="e2b5f985-4393-469d-b6f5-83f7db984ae1" providerId="ADAL" clId="{D98C678E-A0E5-4DB4-A5A8-11B1E78A22E6}" dt="2024-03-16T18:42:31.039" v="749" actId="208"/>
          <ac:spMkLst>
            <pc:docMk/>
            <pc:sldMk cId="1780413828" sldId="271"/>
            <ac:spMk id="6" creationId="{BCC5DD7C-2442-0BA3-5331-399436138C71}"/>
          </ac:spMkLst>
        </pc:spChg>
        <pc:spChg chg="mod">
          <ac:chgData name="Silva, Luiza" userId="e2b5f985-4393-469d-b6f5-83f7db984ae1" providerId="ADAL" clId="{D98C678E-A0E5-4DB4-A5A8-11B1E78A22E6}" dt="2024-03-16T18:42:31.039" v="749" actId="208"/>
          <ac:spMkLst>
            <pc:docMk/>
            <pc:sldMk cId="1780413828" sldId="271"/>
            <ac:spMk id="7" creationId="{ADB8F013-FFB6-8DCC-94E4-064E57760069}"/>
          </ac:spMkLst>
        </pc:spChg>
        <pc:spChg chg="mod">
          <ac:chgData name="Silva, Luiza" userId="e2b5f985-4393-469d-b6f5-83f7db984ae1" providerId="ADAL" clId="{D98C678E-A0E5-4DB4-A5A8-11B1E78A22E6}" dt="2024-03-16T18:42:23.422" v="748" actId="208"/>
          <ac:spMkLst>
            <pc:docMk/>
            <pc:sldMk cId="1780413828" sldId="271"/>
            <ac:spMk id="8" creationId="{E3F4DDF2-1A1B-C51F-7CF5-CEDA046634DF}"/>
          </ac:spMkLst>
        </pc:spChg>
        <pc:spChg chg="mod">
          <ac:chgData name="Silva, Luiza" userId="e2b5f985-4393-469d-b6f5-83f7db984ae1" providerId="ADAL" clId="{D98C678E-A0E5-4DB4-A5A8-11B1E78A22E6}" dt="2024-03-16T15:48:07.210" v="97" actId="13926"/>
          <ac:spMkLst>
            <pc:docMk/>
            <pc:sldMk cId="1780413828" sldId="271"/>
            <ac:spMk id="10" creationId="{6E683A2F-FC73-6A68-875C-65B2FC97969A}"/>
          </ac:spMkLst>
        </pc:spChg>
        <pc:spChg chg="mod">
          <ac:chgData name="Silva, Luiza" userId="e2b5f985-4393-469d-b6f5-83f7db984ae1" providerId="ADAL" clId="{D98C678E-A0E5-4DB4-A5A8-11B1E78A22E6}" dt="2024-03-16T18:42:34.970" v="751" actId="208"/>
          <ac:spMkLst>
            <pc:docMk/>
            <pc:sldMk cId="1780413828" sldId="271"/>
            <ac:spMk id="12" creationId="{4AB4321A-D756-EEC9-A611-67254376DCDA}"/>
          </ac:spMkLst>
        </pc:spChg>
      </pc:sldChg>
      <pc:sldChg chg="modSp add mod">
        <pc:chgData name="Silva, Luiza" userId="e2b5f985-4393-469d-b6f5-83f7db984ae1" providerId="ADAL" clId="{D98C678E-A0E5-4DB4-A5A8-11B1E78A22E6}" dt="2024-03-16T18:42:17.316" v="747" actId="208"/>
        <pc:sldMkLst>
          <pc:docMk/>
          <pc:sldMk cId="4249153486" sldId="272"/>
        </pc:sldMkLst>
        <pc:spChg chg="mod">
          <ac:chgData name="Silva, Luiza" userId="e2b5f985-4393-469d-b6f5-83f7db984ae1" providerId="ADAL" clId="{D98C678E-A0E5-4DB4-A5A8-11B1E78A22E6}" dt="2024-03-16T18:41:09.390" v="735" actId="208"/>
          <ac:spMkLst>
            <pc:docMk/>
            <pc:sldMk cId="4249153486" sldId="272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42:12.775" v="746" actId="208"/>
          <ac:spMkLst>
            <pc:docMk/>
            <pc:sldMk cId="4249153486" sldId="272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42:02.476" v="743" actId="208"/>
          <ac:spMkLst>
            <pc:docMk/>
            <pc:sldMk cId="4249153486" sldId="272"/>
            <ac:spMk id="4" creationId="{6DE27857-B374-C835-386F-0B282EA6BF07}"/>
          </ac:spMkLst>
        </pc:spChg>
        <pc:spChg chg="mod">
          <ac:chgData name="Silva, Luiza" userId="e2b5f985-4393-469d-b6f5-83f7db984ae1" providerId="ADAL" clId="{D98C678E-A0E5-4DB4-A5A8-11B1E78A22E6}" dt="2024-03-16T18:42:02.476" v="743" actId="208"/>
          <ac:spMkLst>
            <pc:docMk/>
            <pc:sldMk cId="4249153486" sldId="272"/>
            <ac:spMk id="5" creationId="{C549DC8D-65D7-D4A7-4BC3-C4A79C8DCCC9}"/>
          </ac:spMkLst>
        </pc:spChg>
        <pc:spChg chg="mod">
          <ac:chgData name="Silva, Luiza" userId="e2b5f985-4393-469d-b6f5-83f7db984ae1" providerId="ADAL" clId="{D98C678E-A0E5-4DB4-A5A8-11B1E78A22E6}" dt="2024-03-16T18:42:09.699" v="745" actId="208"/>
          <ac:spMkLst>
            <pc:docMk/>
            <pc:sldMk cId="4249153486" sldId="272"/>
            <ac:spMk id="6" creationId="{BCC5DD7C-2442-0BA3-5331-399436138C71}"/>
          </ac:spMkLst>
        </pc:spChg>
        <pc:spChg chg="mod">
          <ac:chgData name="Silva, Luiza" userId="e2b5f985-4393-469d-b6f5-83f7db984ae1" providerId="ADAL" clId="{D98C678E-A0E5-4DB4-A5A8-11B1E78A22E6}" dt="2024-03-16T18:42:02.476" v="743" actId="208"/>
          <ac:spMkLst>
            <pc:docMk/>
            <pc:sldMk cId="4249153486" sldId="272"/>
            <ac:spMk id="7" creationId="{ADB8F013-FFB6-8DCC-94E4-064E57760069}"/>
          </ac:spMkLst>
        </pc:spChg>
        <pc:spChg chg="mod">
          <ac:chgData name="Silva, Luiza" userId="e2b5f985-4393-469d-b6f5-83f7db984ae1" providerId="ADAL" clId="{D98C678E-A0E5-4DB4-A5A8-11B1E78A22E6}" dt="2024-03-16T18:42:06.121" v="744" actId="208"/>
          <ac:spMkLst>
            <pc:docMk/>
            <pc:sldMk cId="4249153486" sldId="272"/>
            <ac:spMk id="8" creationId="{E3F4DDF2-1A1B-C51F-7CF5-CEDA046634DF}"/>
          </ac:spMkLst>
        </pc:spChg>
        <pc:spChg chg="mod">
          <ac:chgData name="Silva, Luiza" userId="e2b5f985-4393-469d-b6f5-83f7db984ae1" providerId="ADAL" clId="{D98C678E-A0E5-4DB4-A5A8-11B1E78A22E6}" dt="2024-03-16T15:49:29.947" v="104" actId="20577"/>
          <ac:spMkLst>
            <pc:docMk/>
            <pc:sldMk cId="4249153486" sldId="272"/>
            <ac:spMk id="10" creationId="{6E683A2F-FC73-6A68-875C-65B2FC97969A}"/>
          </ac:spMkLst>
        </pc:spChg>
        <pc:spChg chg="mod">
          <ac:chgData name="Silva, Luiza" userId="e2b5f985-4393-469d-b6f5-83f7db984ae1" providerId="ADAL" clId="{D98C678E-A0E5-4DB4-A5A8-11B1E78A22E6}" dt="2024-03-16T18:42:17.316" v="747" actId="208"/>
          <ac:spMkLst>
            <pc:docMk/>
            <pc:sldMk cId="4249153486" sldId="272"/>
            <ac:spMk id="12" creationId="{4AB4321A-D756-EEC9-A611-67254376DCDA}"/>
          </ac:spMkLst>
        </pc:spChg>
      </pc:sldChg>
      <pc:sldChg chg="addSp delSp modSp add mod">
        <pc:chgData name="Silva, Luiza" userId="e2b5f985-4393-469d-b6f5-83f7db984ae1" providerId="ADAL" clId="{D98C678E-A0E5-4DB4-A5A8-11B1E78A22E6}" dt="2024-03-16T18:45:20.238" v="772" actId="208"/>
        <pc:sldMkLst>
          <pc:docMk/>
          <pc:sldMk cId="1008645661" sldId="273"/>
        </pc:sldMkLst>
        <pc:spChg chg="mod">
          <ac:chgData name="Silva, Luiza" userId="e2b5f985-4393-469d-b6f5-83f7db984ae1" providerId="ADAL" clId="{D98C678E-A0E5-4DB4-A5A8-11B1E78A22E6}" dt="2024-03-16T18:41:13.256" v="736" actId="208"/>
          <ac:spMkLst>
            <pc:docMk/>
            <pc:sldMk cId="1008645661" sldId="273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41:31.057" v="737" actId="208"/>
          <ac:spMkLst>
            <pc:docMk/>
            <pc:sldMk cId="1008645661" sldId="273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41:49.318" v="741" actId="208"/>
          <ac:spMkLst>
            <pc:docMk/>
            <pc:sldMk cId="1008645661" sldId="273"/>
            <ac:spMk id="4" creationId="{6DE27857-B374-C835-386F-0B282EA6BF07}"/>
          </ac:spMkLst>
        </pc:spChg>
        <pc:spChg chg="mod">
          <ac:chgData name="Silva, Luiza" userId="e2b5f985-4393-469d-b6f5-83f7db984ae1" providerId="ADAL" clId="{D98C678E-A0E5-4DB4-A5A8-11B1E78A22E6}" dt="2024-03-16T18:41:49.318" v="741" actId="208"/>
          <ac:spMkLst>
            <pc:docMk/>
            <pc:sldMk cId="1008645661" sldId="273"/>
            <ac:spMk id="5" creationId="{C549DC8D-65D7-D4A7-4BC3-C4A79C8DCCC9}"/>
          </ac:spMkLst>
        </pc:spChg>
        <pc:spChg chg="mod">
          <ac:chgData name="Silva, Luiza" userId="e2b5f985-4393-469d-b6f5-83f7db984ae1" providerId="ADAL" clId="{D98C678E-A0E5-4DB4-A5A8-11B1E78A22E6}" dt="2024-03-16T18:41:55.095" v="742" actId="208"/>
          <ac:spMkLst>
            <pc:docMk/>
            <pc:sldMk cId="1008645661" sldId="273"/>
            <ac:spMk id="6" creationId="{BCC5DD7C-2442-0BA3-5331-399436138C71}"/>
          </ac:spMkLst>
        </pc:spChg>
        <pc:spChg chg="mod">
          <ac:chgData name="Silva, Luiza" userId="e2b5f985-4393-469d-b6f5-83f7db984ae1" providerId="ADAL" clId="{D98C678E-A0E5-4DB4-A5A8-11B1E78A22E6}" dt="2024-03-16T18:41:49.318" v="741" actId="208"/>
          <ac:spMkLst>
            <pc:docMk/>
            <pc:sldMk cId="1008645661" sldId="273"/>
            <ac:spMk id="7" creationId="{ADB8F013-FFB6-8DCC-94E4-064E57760069}"/>
          </ac:spMkLst>
        </pc:spChg>
        <pc:spChg chg="mod">
          <ac:chgData name="Silva, Luiza" userId="e2b5f985-4393-469d-b6f5-83f7db984ae1" providerId="ADAL" clId="{D98C678E-A0E5-4DB4-A5A8-11B1E78A22E6}" dt="2024-03-16T18:41:49.318" v="741" actId="208"/>
          <ac:spMkLst>
            <pc:docMk/>
            <pc:sldMk cId="1008645661" sldId="273"/>
            <ac:spMk id="8" creationId="{E3F4DDF2-1A1B-C51F-7CF5-CEDA046634DF}"/>
          </ac:spMkLst>
        </pc:spChg>
        <pc:spChg chg="del">
          <ac:chgData name="Silva, Luiza" userId="e2b5f985-4393-469d-b6f5-83f7db984ae1" providerId="ADAL" clId="{D98C678E-A0E5-4DB4-A5A8-11B1E78A22E6}" dt="2024-03-16T15:49:47.942" v="106" actId="478"/>
          <ac:spMkLst>
            <pc:docMk/>
            <pc:sldMk cId="1008645661" sldId="273"/>
            <ac:spMk id="10" creationId="{6E683A2F-FC73-6A68-875C-65B2FC97969A}"/>
          </ac:spMkLst>
        </pc:spChg>
        <pc:spChg chg="mod">
          <ac:chgData name="Silva, Luiza" userId="e2b5f985-4393-469d-b6f5-83f7db984ae1" providerId="ADAL" clId="{D98C678E-A0E5-4DB4-A5A8-11B1E78A22E6}" dt="2024-03-16T18:45:20.238" v="772" actId="208"/>
          <ac:spMkLst>
            <pc:docMk/>
            <pc:sldMk cId="1008645661" sldId="273"/>
            <ac:spMk id="12" creationId="{4AB4321A-D756-EEC9-A611-67254376DCDA}"/>
          </ac:spMkLst>
        </pc:spChg>
        <pc:graphicFrameChg chg="add mod modGraphic">
          <ac:chgData name="Silva, Luiza" userId="e2b5f985-4393-469d-b6f5-83f7db984ae1" providerId="ADAL" clId="{D98C678E-A0E5-4DB4-A5A8-11B1E78A22E6}" dt="2024-03-16T15:50:10.025" v="112" actId="1076"/>
          <ac:graphicFrameMkLst>
            <pc:docMk/>
            <pc:sldMk cId="1008645661" sldId="273"/>
            <ac:graphicFrameMk id="9" creationId="{D537839C-0080-A4E8-17C1-FCB389A6B4DC}"/>
          </ac:graphicFrameMkLst>
        </pc:graphicFrameChg>
        <pc:graphicFrameChg chg="add mod">
          <ac:chgData name="Silva, Luiza" userId="e2b5f985-4393-469d-b6f5-83f7db984ae1" providerId="ADAL" clId="{D98C678E-A0E5-4DB4-A5A8-11B1E78A22E6}" dt="2024-03-16T15:50:11.951" v="113" actId="1076"/>
          <ac:graphicFrameMkLst>
            <pc:docMk/>
            <pc:sldMk cId="1008645661" sldId="273"/>
            <ac:graphicFrameMk id="11" creationId="{A876FF24-8AC4-2633-BA62-6BB26432DA14}"/>
          </ac:graphicFrameMkLst>
        </pc:graphicFrameChg>
      </pc:sldChg>
      <pc:sldChg chg="modSp add mod ord">
        <pc:chgData name="Silva, Luiza" userId="e2b5f985-4393-469d-b6f5-83f7db984ae1" providerId="ADAL" clId="{D98C678E-A0E5-4DB4-A5A8-11B1E78A22E6}" dt="2024-03-16T15:57:23.247" v="169" actId="1076"/>
        <pc:sldMkLst>
          <pc:docMk/>
          <pc:sldMk cId="1928682469" sldId="274"/>
        </pc:sldMkLst>
        <pc:spChg chg="mod">
          <ac:chgData name="Silva, Luiza" userId="e2b5f985-4393-469d-b6f5-83f7db984ae1" providerId="ADAL" clId="{D98C678E-A0E5-4DB4-A5A8-11B1E78A22E6}" dt="2024-03-16T15:57:23.247" v="169" actId="1076"/>
          <ac:spMkLst>
            <pc:docMk/>
            <pc:sldMk cId="1928682469" sldId="274"/>
            <ac:spMk id="2" creationId="{E68BA90E-9BF2-DB3D-CC4D-6C08886A1BC8}"/>
          </ac:spMkLst>
        </pc:spChg>
      </pc:sldChg>
      <pc:sldChg chg="modSp add mod">
        <pc:chgData name="Silva, Luiza" userId="e2b5f985-4393-469d-b6f5-83f7db984ae1" providerId="ADAL" clId="{D98C678E-A0E5-4DB4-A5A8-11B1E78A22E6}" dt="2024-03-16T16:28:42.626" v="199" actId="13926"/>
        <pc:sldMkLst>
          <pc:docMk/>
          <pc:sldMk cId="259123724" sldId="275"/>
        </pc:sldMkLst>
        <pc:spChg chg="mod">
          <ac:chgData name="Silva, Luiza" userId="e2b5f985-4393-469d-b6f5-83f7db984ae1" providerId="ADAL" clId="{D98C678E-A0E5-4DB4-A5A8-11B1E78A22E6}" dt="2024-03-16T16:28:42.626" v="199" actId="13926"/>
          <ac:spMkLst>
            <pc:docMk/>
            <pc:sldMk cId="259123724" sldId="275"/>
            <ac:spMk id="2" creationId="{E68BA90E-9BF2-DB3D-CC4D-6C08886A1BC8}"/>
          </ac:spMkLst>
        </pc:spChg>
      </pc:sldChg>
      <pc:sldChg chg="modSp add mod">
        <pc:chgData name="Silva, Luiza" userId="e2b5f985-4393-469d-b6f5-83f7db984ae1" providerId="ADAL" clId="{D98C678E-A0E5-4DB4-A5A8-11B1E78A22E6}" dt="2024-03-16T18:49:50.012" v="797" actId="255"/>
        <pc:sldMkLst>
          <pc:docMk/>
          <pc:sldMk cId="1835681575" sldId="276"/>
        </pc:sldMkLst>
        <pc:spChg chg="mod">
          <ac:chgData name="Silva, Luiza" userId="e2b5f985-4393-469d-b6f5-83f7db984ae1" providerId="ADAL" clId="{D98C678E-A0E5-4DB4-A5A8-11B1E78A22E6}" dt="2024-03-16T18:32:42.650" v="673" actId="208"/>
          <ac:spMkLst>
            <pc:docMk/>
            <pc:sldMk cId="1835681575" sldId="276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30:05.374" v="655" actId="207"/>
          <ac:spMkLst>
            <pc:docMk/>
            <pc:sldMk cId="1835681575" sldId="276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49:50.012" v="797" actId="255"/>
          <ac:spMkLst>
            <pc:docMk/>
            <pc:sldMk cId="1835681575" sldId="276"/>
            <ac:spMk id="9" creationId="{17F322A7-6B43-EA0F-9B35-07076AEEB371}"/>
          </ac:spMkLst>
        </pc:spChg>
        <pc:spChg chg="mod">
          <ac:chgData name="Silva, Luiza" userId="e2b5f985-4393-469d-b6f5-83f7db984ae1" providerId="ADAL" clId="{D98C678E-A0E5-4DB4-A5A8-11B1E78A22E6}" dt="2024-03-16T18:30:16.313" v="659" actId="207"/>
          <ac:spMkLst>
            <pc:docMk/>
            <pc:sldMk cId="1835681575" sldId="276"/>
            <ac:spMk id="10" creationId="{BEC4B3E6-6B53-453C-5CF2-2A7416E058C2}"/>
          </ac:spMkLst>
        </pc:spChg>
        <pc:spChg chg="mod">
          <ac:chgData name="Silva, Luiza" userId="e2b5f985-4393-469d-b6f5-83f7db984ae1" providerId="ADAL" clId="{D98C678E-A0E5-4DB4-A5A8-11B1E78A22E6}" dt="2024-03-16T18:30:21.175" v="661" actId="208"/>
          <ac:spMkLst>
            <pc:docMk/>
            <pc:sldMk cId="1835681575" sldId="276"/>
            <ac:spMk id="11" creationId="{FA5B6DA5-1C6B-45F9-4BE1-12078BEC426D}"/>
          </ac:spMkLst>
        </pc:spChg>
      </pc:sldChg>
      <pc:sldChg chg="addSp delSp modSp add mod">
        <pc:chgData name="Silva, Luiza" userId="e2b5f985-4393-469d-b6f5-83f7db984ae1" providerId="ADAL" clId="{D98C678E-A0E5-4DB4-A5A8-11B1E78A22E6}" dt="2024-03-16T18:36:55.477" v="694" actId="208"/>
        <pc:sldMkLst>
          <pc:docMk/>
          <pc:sldMk cId="618152674" sldId="277"/>
        </pc:sldMkLst>
        <pc:spChg chg="mod">
          <ac:chgData name="Silva, Luiza" userId="e2b5f985-4393-469d-b6f5-83f7db984ae1" providerId="ADAL" clId="{D98C678E-A0E5-4DB4-A5A8-11B1E78A22E6}" dt="2024-03-16T18:36:55.477" v="694" actId="208"/>
          <ac:spMkLst>
            <pc:docMk/>
            <pc:sldMk cId="618152674" sldId="277"/>
            <ac:spMk id="2" creationId="{7FD61B6B-1F48-B3EF-18FA-24C800626940}"/>
          </ac:spMkLst>
        </pc:spChg>
        <pc:spChg chg="del mod">
          <ac:chgData name="Silva, Luiza" userId="e2b5f985-4393-469d-b6f5-83f7db984ae1" providerId="ADAL" clId="{D98C678E-A0E5-4DB4-A5A8-11B1E78A22E6}" dt="2024-03-16T16:37:52.337" v="410" actId="478"/>
          <ac:spMkLst>
            <pc:docMk/>
            <pc:sldMk cId="618152674" sldId="277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6:38:32.706" v="432" actId="1076"/>
          <ac:spMkLst>
            <pc:docMk/>
            <pc:sldMk cId="618152674" sldId="277"/>
            <ac:spMk id="4" creationId="{7E17283D-B18E-412C-590B-9B9AF2130BF9}"/>
          </ac:spMkLst>
        </pc:spChg>
        <pc:spChg chg="del mod">
          <ac:chgData name="Silva, Luiza" userId="e2b5f985-4393-469d-b6f5-83f7db984ae1" providerId="ADAL" clId="{D98C678E-A0E5-4DB4-A5A8-11B1E78A22E6}" dt="2024-03-16T16:37:58.270" v="417" actId="478"/>
          <ac:spMkLst>
            <pc:docMk/>
            <pc:sldMk cId="618152674" sldId="277"/>
            <ac:spMk id="5" creationId="{CC87B824-DB82-8589-1F6B-6D11E3631A69}"/>
          </ac:spMkLst>
        </pc:spChg>
        <pc:spChg chg="del mod">
          <ac:chgData name="Silva, Luiza" userId="e2b5f985-4393-469d-b6f5-83f7db984ae1" providerId="ADAL" clId="{D98C678E-A0E5-4DB4-A5A8-11B1E78A22E6}" dt="2024-03-16T16:37:57.497" v="416" actId="478"/>
          <ac:spMkLst>
            <pc:docMk/>
            <pc:sldMk cId="618152674" sldId="277"/>
            <ac:spMk id="6" creationId="{97D1BDD1-081E-282A-175B-F31F1206C100}"/>
          </ac:spMkLst>
        </pc:spChg>
        <pc:spChg chg="add del mod">
          <ac:chgData name="Silva, Luiza" userId="e2b5f985-4393-469d-b6f5-83f7db984ae1" providerId="ADAL" clId="{D98C678E-A0E5-4DB4-A5A8-11B1E78A22E6}" dt="2024-03-16T16:37:53.095" v="411" actId="478"/>
          <ac:spMkLst>
            <pc:docMk/>
            <pc:sldMk cId="618152674" sldId="277"/>
            <ac:spMk id="9" creationId="{E7A62E1F-3CC0-E0B4-7BF8-1151451AA22F}"/>
          </ac:spMkLst>
        </pc:spChg>
        <pc:spChg chg="add del mod">
          <ac:chgData name="Silva, Luiza" userId="e2b5f985-4393-469d-b6f5-83f7db984ae1" providerId="ADAL" clId="{D98C678E-A0E5-4DB4-A5A8-11B1E78A22E6}" dt="2024-03-16T16:37:53.754" v="412" actId="478"/>
          <ac:spMkLst>
            <pc:docMk/>
            <pc:sldMk cId="618152674" sldId="277"/>
            <ac:spMk id="10" creationId="{4B8BA557-CCE1-543C-628A-116E88D87BDF}"/>
          </ac:spMkLst>
        </pc:spChg>
        <pc:spChg chg="add del mod">
          <ac:chgData name="Silva, Luiza" userId="e2b5f985-4393-469d-b6f5-83f7db984ae1" providerId="ADAL" clId="{D98C678E-A0E5-4DB4-A5A8-11B1E78A22E6}" dt="2024-03-16T16:37:54.431" v="413" actId="478"/>
          <ac:spMkLst>
            <pc:docMk/>
            <pc:sldMk cId="618152674" sldId="277"/>
            <ac:spMk id="11" creationId="{E8273318-A060-166B-6F06-2672C8F273D5}"/>
          </ac:spMkLst>
        </pc:spChg>
        <pc:spChg chg="del mod">
          <ac:chgData name="Silva, Luiza" userId="e2b5f985-4393-469d-b6f5-83f7db984ae1" providerId="ADAL" clId="{D98C678E-A0E5-4DB4-A5A8-11B1E78A22E6}" dt="2024-03-16T16:36:00.397" v="384" actId="478"/>
          <ac:spMkLst>
            <pc:docMk/>
            <pc:sldMk cId="618152674" sldId="277"/>
            <ac:spMk id="12" creationId="{1FF72550-2BC5-F563-673F-CC8BBAAB2077}"/>
          </ac:spMkLst>
        </pc:spChg>
        <pc:spChg chg="add del mod">
          <ac:chgData name="Silva, Luiza" userId="e2b5f985-4393-469d-b6f5-83f7db984ae1" providerId="ADAL" clId="{D98C678E-A0E5-4DB4-A5A8-11B1E78A22E6}" dt="2024-03-16T16:37:56.243" v="415" actId="478"/>
          <ac:spMkLst>
            <pc:docMk/>
            <pc:sldMk cId="618152674" sldId="277"/>
            <ac:spMk id="13" creationId="{7D4C7EEB-A53D-7365-7009-03EA3B58DA8F}"/>
          </ac:spMkLst>
        </pc:spChg>
        <pc:cxnChg chg="add del">
          <ac:chgData name="Silva, Luiza" userId="e2b5f985-4393-469d-b6f5-83f7db984ae1" providerId="ADAL" clId="{D98C678E-A0E5-4DB4-A5A8-11B1E78A22E6}" dt="2024-03-16T16:32:49.237" v="349" actId="478"/>
          <ac:cxnSpMkLst>
            <pc:docMk/>
            <pc:sldMk cId="618152674" sldId="277"/>
            <ac:cxnSpMk id="8" creationId="{AF024473-46DF-533F-6AD0-B65752173BC4}"/>
          </ac:cxnSpMkLst>
        </pc:cxnChg>
      </pc:sldChg>
      <pc:sldChg chg="add del setBg">
        <pc:chgData name="Silva, Luiza" userId="e2b5f985-4393-469d-b6f5-83f7db984ae1" providerId="ADAL" clId="{D98C678E-A0E5-4DB4-A5A8-11B1E78A22E6}" dt="2024-03-16T16:29:03.308" v="204" actId="47"/>
        <pc:sldMkLst>
          <pc:docMk/>
          <pc:sldMk cId="2029683138" sldId="277"/>
        </pc:sldMkLst>
      </pc:sldChg>
      <pc:sldChg chg="addSp modSp add mod">
        <pc:chgData name="Silva, Luiza" userId="e2b5f985-4393-469d-b6f5-83f7db984ae1" providerId="ADAL" clId="{D98C678E-A0E5-4DB4-A5A8-11B1E78A22E6}" dt="2024-03-16T18:38:26.087" v="712" actId="208"/>
        <pc:sldMkLst>
          <pc:docMk/>
          <pc:sldMk cId="2201176226" sldId="278"/>
        </pc:sldMkLst>
        <pc:spChg chg="mod">
          <ac:chgData name="Silva, Luiza" userId="e2b5f985-4393-469d-b6f5-83f7db984ae1" providerId="ADAL" clId="{D98C678E-A0E5-4DB4-A5A8-11B1E78A22E6}" dt="2024-03-16T18:37:17.487" v="698" actId="208"/>
          <ac:spMkLst>
            <pc:docMk/>
            <pc:sldMk cId="2201176226" sldId="278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38:17.143" v="709" actId="208"/>
          <ac:spMkLst>
            <pc:docMk/>
            <pc:sldMk cId="2201176226" sldId="278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38:26.087" v="712" actId="208"/>
          <ac:spMkLst>
            <pc:docMk/>
            <pc:sldMk cId="2201176226" sldId="278"/>
            <ac:spMk id="4" creationId="{7E17283D-B18E-412C-590B-9B9AF2130BF9}"/>
          </ac:spMkLst>
        </pc:spChg>
        <pc:spChg chg="mod">
          <ac:chgData name="Silva, Luiza" userId="e2b5f985-4393-469d-b6f5-83f7db984ae1" providerId="ADAL" clId="{D98C678E-A0E5-4DB4-A5A8-11B1E78A22E6}" dt="2024-03-16T18:38:20.211" v="710" actId="208"/>
          <ac:spMkLst>
            <pc:docMk/>
            <pc:sldMk cId="2201176226" sldId="278"/>
            <ac:spMk id="5" creationId="{CC87B824-DB82-8589-1F6B-6D11E3631A69}"/>
          </ac:spMkLst>
        </pc:spChg>
        <pc:spChg chg="mod">
          <ac:chgData name="Silva, Luiza" userId="e2b5f985-4393-469d-b6f5-83f7db984ae1" providerId="ADAL" clId="{D98C678E-A0E5-4DB4-A5A8-11B1E78A22E6}" dt="2024-03-16T18:38:23.136" v="711" actId="208"/>
          <ac:spMkLst>
            <pc:docMk/>
            <pc:sldMk cId="2201176226" sldId="278"/>
            <ac:spMk id="6" creationId="{97D1BDD1-081E-282A-175B-F31F1206C100}"/>
          </ac:spMkLst>
        </pc:spChg>
        <pc:spChg chg="add mod">
          <ac:chgData name="Silva, Luiza" userId="e2b5f985-4393-469d-b6f5-83f7db984ae1" providerId="ADAL" clId="{D98C678E-A0E5-4DB4-A5A8-11B1E78A22E6}" dt="2024-03-16T18:24:18.410" v="637" actId="208"/>
          <ac:spMkLst>
            <pc:docMk/>
            <pc:sldMk cId="2201176226" sldId="278"/>
            <ac:spMk id="7" creationId="{7FE33B0A-CC90-C09D-7B3E-CD51F9FA3E48}"/>
          </ac:spMkLst>
        </pc:spChg>
        <pc:spChg chg="mod">
          <ac:chgData name="Silva, Luiza" userId="e2b5f985-4393-469d-b6f5-83f7db984ae1" providerId="ADAL" clId="{D98C678E-A0E5-4DB4-A5A8-11B1E78A22E6}" dt="2024-03-16T16:34:48.782" v="369" actId="207"/>
          <ac:spMkLst>
            <pc:docMk/>
            <pc:sldMk cId="2201176226" sldId="278"/>
            <ac:spMk id="12" creationId="{1FF72550-2BC5-F563-673F-CC8BBAAB2077}"/>
          </ac:spMkLst>
        </pc:spChg>
      </pc:sldChg>
      <pc:sldChg chg="addSp modSp add mod">
        <pc:chgData name="Silva, Luiza" userId="e2b5f985-4393-469d-b6f5-83f7db984ae1" providerId="ADAL" clId="{D98C678E-A0E5-4DB4-A5A8-11B1E78A22E6}" dt="2024-03-16T18:37:52.708" v="704" actId="208"/>
        <pc:sldMkLst>
          <pc:docMk/>
          <pc:sldMk cId="2426302094" sldId="279"/>
        </pc:sldMkLst>
        <pc:spChg chg="mod">
          <ac:chgData name="Silva, Luiza" userId="e2b5f985-4393-469d-b6f5-83f7db984ae1" providerId="ADAL" clId="{D98C678E-A0E5-4DB4-A5A8-11B1E78A22E6}" dt="2024-03-16T18:37:22.549" v="699" actId="208"/>
          <ac:spMkLst>
            <pc:docMk/>
            <pc:sldMk cId="2426302094" sldId="279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37:43.161" v="703" actId="208"/>
          <ac:spMkLst>
            <pc:docMk/>
            <pc:sldMk cId="2426302094" sldId="279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37:40.240" v="702" actId="208"/>
          <ac:spMkLst>
            <pc:docMk/>
            <pc:sldMk cId="2426302094" sldId="279"/>
            <ac:spMk id="4" creationId="{7E17283D-B18E-412C-590B-9B9AF2130BF9}"/>
          </ac:spMkLst>
        </pc:spChg>
        <pc:spChg chg="mod">
          <ac:chgData name="Silva, Luiza" userId="e2b5f985-4393-469d-b6f5-83f7db984ae1" providerId="ADAL" clId="{D98C678E-A0E5-4DB4-A5A8-11B1E78A22E6}" dt="2024-03-16T18:37:36.721" v="701" actId="208"/>
          <ac:spMkLst>
            <pc:docMk/>
            <pc:sldMk cId="2426302094" sldId="279"/>
            <ac:spMk id="5" creationId="{CC87B824-DB82-8589-1F6B-6D11E3631A69}"/>
          </ac:spMkLst>
        </pc:spChg>
        <pc:spChg chg="mod">
          <ac:chgData name="Silva, Luiza" userId="e2b5f985-4393-469d-b6f5-83f7db984ae1" providerId="ADAL" clId="{D98C678E-A0E5-4DB4-A5A8-11B1E78A22E6}" dt="2024-03-16T18:37:52.708" v="704" actId="208"/>
          <ac:spMkLst>
            <pc:docMk/>
            <pc:sldMk cId="2426302094" sldId="279"/>
            <ac:spMk id="6" creationId="{97D1BDD1-081E-282A-175B-F31F1206C100}"/>
          </ac:spMkLst>
        </pc:spChg>
        <pc:spChg chg="add mod">
          <ac:chgData name="Silva, Luiza" userId="e2b5f985-4393-469d-b6f5-83f7db984ae1" providerId="ADAL" clId="{D98C678E-A0E5-4DB4-A5A8-11B1E78A22E6}" dt="2024-03-16T18:24:24.520" v="638" actId="208"/>
          <ac:spMkLst>
            <pc:docMk/>
            <pc:sldMk cId="2426302094" sldId="279"/>
            <ac:spMk id="7" creationId="{EEAD9EE2-0B58-451F-4A8C-C946570C0EBD}"/>
          </ac:spMkLst>
        </pc:spChg>
        <pc:spChg chg="mod">
          <ac:chgData name="Silva, Luiza" userId="e2b5f985-4393-469d-b6f5-83f7db984ae1" providerId="ADAL" clId="{D98C678E-A0E5-4DB4-A5A8-11B1E78A22E6}" dt="2024-03-16T16:35:17.678" v="374" actId="1076"/>
          <ac:spMkLst>
            <pc:docMk/>
            <pc:sldMk cId="2426302094" sldId="279"/>
            <ac:spMk id="12" creationId="{1FF72550-2BC5-F563-673F-CC8BBAAB2077}"/>
          </ac:spMkLst>
        </pc:spChg>
      </pc:sldChg>
      <pc:sldChg chg="addSp modSp add mod">
        <pc:chgData name="Silva, Luiza" userId="e2b5f985-4393-469d-b6f5-83f7db984ae1" providerId="ADAL" clId="{D98C678E-A0E5-4DB4-A5A8-11B1E78A22E6}" dt="2024-03-16T18:38:11.658" v="708" actId="208"/>
        <pc:sldMkLst>
          <pc:docMk/>
          <pc:sldMk cId="1288205181" sldId="280"/>
        </pc:sldMkLst>
        <pc:spChg chg="mod">
          <ac:chgData name="Silva, Luiza" userId="e2b5f985-4393-469d-b6f5-83f7db984ae1" providerId="ADAL" clId="{D98C678E-A0E5-4DB4-A5A8-11B1E78A22E6}" dt="2024-03-16T18:37:27.087" v="700" actId="208"/>
          <ac:spMkLst>
            <pc:docMk/>
            <pc:sldMk cId="1288205181" sldId="280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38:01.911" v="706" actId="208"/>
          <ac:spMkLst>
            <pc:docMk/>
            <pc:sldMk cId="1288205181" sldId="280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37:57.635" v="705" actId="208"/>
          <ac:spMkLst>
            <pc:docMk/>
            <pc:sldMk cId="1288205181" sldId="280"/>
            <ac:spMk id="4" creationId="{7E17283D-B18E-412C-590B-9B9AF2130BF9}"/>
          </ac:spMkLst>
        </pc:spChg>
        <pc:spChg chg="mod">
          <ac:chgData name="Silva, Luiza" userId="e2b5f985-4393-469d-b6f5-83f7db984ae1" providerId="ADAL" clId="{D98C678E-A0E5-4DB4-A5A8-11B1E78A22E6}" dt="2024-03-16T18:38:04.960" v="707" actId="208"/>
          <ac:spMkLst>
            <pc:docMk/>
            <pc:sldMk cId="1288205181" sldId="280"/>
            <ac:spMk id="5" creationId="{CC87B824-DB82-8589-1F6B-6D11E3631A69}"/>
          </ac:spMkLst>
        </pc:spChg>
        <pc:spChg chg="mod">
          <ac:chgData name="Silva, Luiza" userId="e2b5f985-4393-469d-b6f5-83f7db984ae1" providerId="ADAL" clId="{D98C678E-A0E5-4DB4-A5A8-11B1E78A22E6}" dt="2024-03-16T18:38:11.658" v="708" actId="208"/>
          <ac:spMkLst>
            <pc:docMk/>
            <pc:sldMk cId="1288205181" sldId="280"/>
            <ac:spMk id="6" creationId="{97D1BDD1-081E-282A-175B-F31F1206C100}"/>
          </ac:spMkLst>
        </pc:spChg>
        <pc:spChg chg="add mod">
          <ac:chgData name="Silva, Luiza" userId="e2b5f985-4393-469d-b6f5-83f7db984ae1" providerId="ADAL" clId="{D98C678E-A0E5-4DB4-A5A8-11B1E78A22E6}" dt="2024-03-16T18:24:29.475" v="639" actId="208"/>
          <ac:spMkLst>
            <pc:docMk/>
            <pc:sldMk cId="1288205181" sldId="280"/>
            <ac:spMk id="7" creationId="{62025AE2-34DE-4251-0E4F-D7EF7429450B}"/>
          </ac:spMkLst>
        </pc:spChg>
        <pc:spChg chg="mod">
          <ac:chgData name="Silva, Luiza" userId="e2b5f985-4393-469d-b6f5-83f7db984ae1" providerId="ADAL" clId="{D98C678E-A0E5-4DB4-A5A8-11B1E78A22E6}" dt="2024-03-16T16:35:46.835" v="381" actId="123"/>
          <ac:spMkLst>
            <pc:docMk/>
            <pc:sldMk cId="1288205181" sldId="280"/>
            <ac:spMk id="12" creationId="{1FF72550-2BC5-F563-673F-CC8BBAAB2077}"/>
          </ac:spMkLst>
        </pc:spChg>
      </pc:sldChg>
      <pc:sldChg chg="addSp modSp add mod">
        <pc:chgData name="Silva, Luiza" userId="e2b5f985-4393-469d-b6f5-83f7db984ae1" providerId="ADAL" clId="{D98C678E-A0E5-4DB4-A5A8-11B1E78A22E6}" dt="2024-03-16T18:38:45.505" v="716" actId="208"/>
        <pc:sldMkLst>
          <pc:docMk/>
          <pc:sldMk cId="1922282518" sldId="281"/>
        </pc:sldMkLst>
        <pc:spChg chg="mod">
          <ac:chgData name="Silva, Luiza" userId="e2b5f985-4393-469d-b6f5-83f7db984ae1" providerId="ADAL" clId="{D98C678E-A0E5-4DB4-A5A8-11B1E78A22E6}" dt="2024-03-16T18:37:08.298" v="697" actId="208"/>
          <ac:spMkLst>
            <pc:docMk/>
            <pc:sldMk cId="1922282518" sldId="281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38:35.379" v="713" actId="208"/>
          <ac:spMkLst>
            <pc:docMk/>
            <pc:sldMk cId="1922282518" sldId="281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38:39.529" v="714" actId="208"/>
          <ac:spMkLst>
            <pc:docMk/>
            <pc:sldMk cId="1922282518" sldId="281"/>
            <ac:spMk id="4" creationId="{7E17283D-B18E-412C-590B-9B9AF2130BF9}"/>
          </ac:spMkLst>
        </pc:spChg>
        <pc:spChg chg="mod">
          <ac:chgData name="Silva, Luiza" userId="e2b5f985-4393-469d-b6f5-83f7db984ae1" providerId="ADAL" clId="{D98C678E-A0E5-4DB4-A5A8-11B1E78A22E6}" dt="2024-03-16T18:38:42.943" v="715" actId="208"/>
          <ac:spMkLst>
            <pc:docMk/>
            <pc:sldMk cId="1922282518" sldId="281"/>
            <ac:spMk id="5" creationId="{CC87B824-DB82-8589-1F6B-6D11E3631A69}"/>
          </ac:spMkLst>
        </pc:spChg>
        <pc:spChg chg="mod">
          <ac:chgData name="Silva, Luiza" userId="e2b5f985-4393-469d-b6f5-83f7db984ae1" providerId="ADAL" clId="{D98C678E-A0E5-4DB4-A5A8-11B1E78A22E6}" dt="2024-03-16T18:38:45.505" v="716" actId="208"/>
          <ac:spMkLst>
            <pc:docMk/>
            <pc:sldMk cId="1922282518" sldId="281"/>
            <ac:spMk id="6" creationId="{97D1BDD1-081E-282A-175B-F31F1206C100}"/>
          </ac:spMkLst>
        </pc:spChg>
        <pc:spChg chg="add mod">
          <ac:chgData name="Silva, Luiza" userId="e2b5f985-4393-469d-b6f5-83f7db984ae1" providerId="ADAL" clId="{D98C678E-A0E5-4DB4-A5A8-11B1E78A22E6}" dt="2024-03-16T18:24:13.550" v="636" actId="208"/>
          <ac:spMkLst>
            <pc:docMk/>
            <pc:sldMk cId="1922282518" sldId="281"/>
            <ac:spMk id="7" creationId="{2CBAF8B0-4F25-CA16-03BF-167C56A80990}"/>
          </ac:spMkLst>
        </pc:spChg>
      </pc:sldChg>
      <pc:sldChg chg="modSp add mod">
        <pc:chgData name="Silva, Luiza" userId="e2b5f985-4393-469d-b6f5-83f7db984ae1" providerId="ADAL" clId="{D98C678E-A0E5-4DB4-A5A8-11B1E78A22E6}" dt="2024-03-16T18:39:14.098" v="724" actId="208"/>
        <pc:sldMkLst>
          <pc:docMk/>
          <pc:sldMk cId="954984155" sldId="282"/>
        </pc:sldMkLst>
        <pc:spChg chg="mod">
          <ac:chgData name="Silva, Luiza" userId="e2b5f985-4393-469d-b6f5-83f7db984ae1" providerId="ADAL" clId="{D98C678E-A0E5-4DB4-A5A8-11B1E78A22E6}" dt="2024-03-16T18:36:59.405" v="695" actId="208"/>
          <ac:spMkLst>
            <pc:docMk/>
            <pc:sldMk cId="954984155" sldId="282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38:51.003" v="717" actId="208"/>
          <ac:spMkLst>
            <pc:docMk/>
            <pc:sldMk cId="954984155" sldId="282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38:53.773" v="718" actId="208"/>
          <ac:spMkLst>
            <pc:docMk/>
            <pc:sldMk cId="954984155" sldId="282"/>
            <ac:spMk id="4" creationId="{7E17283D-B18E-412C-590B-9B9AF2130BF9}"/>
          </ac:spMkLst>
        </pc:spChg>
        <pc:spChg chg="mod">
          <ac:chgData name="Silva, Luiza" userId="e2b5f985-4393-469d-b6f5-83f7db984ae1" providerId="ADAL" clId="{D98C678E-A0E5-4DB4-A5A8-11B1E78A22E6}" dt="2024-03-16T18:38:57.097" v="719" actId="208"/>
          <ac:spMkLst>
            <pc:docMk/>
            <pc:sldMk cId="954984155" sldId="282"/>
            <ac:spMk id="5" creationId="{CC87B824-DB82-8589-1F6B-6D11E3631A69}"/>
          </ac:spMkLst>
        </pc:spChg>
        <pc:spChg chg="mod">
          <ac:chgData name="Silva, Luiza" userId="e2b5f985-4393-469d-b6f5-83f7db984ae1" providerId="ADAL" clId="{D98C678E-A0E5-4DB4-A5A8-11B1E78A22E6}" dt="2024-03-16T18:39:00.350" v="720" actId="208"/>
          <ac:spMkLst>
            <pc:docMk/>
            <pc:sldMk cId="954984155" sldId="282"/>
            <ac:spMk id="6" creationId="{97D1BDD1-081E-282A-175B-F31F1206C100}"/>
          </ac:spMkLst>
        </pc:spChg>
        <pc:spChg chg="mod">
          <ac:chgData name="Silva, Luiza" userId="e2b5f985-4393-469d-b6f5-83f7db984ae1" providerId="ADAL" clId="{D98C678E-A0E5-4DB4-A5A8-11B1E78A22E6}" dt="2024-03-16T18:39:14.098" v="724" actId="208"/>
          <ac:spMkLst>
            <pc:docMk/>
            <pc:sldMk cId="954984155" sldId="282"/>
            <ac:spMk id="9" creationId="{E7A62E1F-3CC0-E0B4-7BF8-1151451AA22F}"/>
          </ac:spMkLst>
        </pc:spChg>
        <pc:spChg chg="mod">
          <ac:chgData name="Silva, Luiza" userId="e2b5f985-4393-469d-b6f5-83f7db984ae1" providerId="ADAL" clId="{D98C678E-A0E5-4DB4-A5A8-11B1E78A22E6}" dt="2024-03-16T18:39:10.822" v="723" actId="208"/>
          <ac:spMkLst>
            <pc:docMk/>
            <pc:sldMk cId="954984155" sldId="282"/>
            <ac:spMk id="10" creationId="{4B8BA557-CCE1-543C-628A-116E88D87BDF}"/>
          </ac:spMkLst>
        </pc:spChg>
        <pc:spChg chg="mod">
          <ac:chgData name="Silva, Luiza" userId="e2b5f985-4393-469d-b6f5-83f7db984ae1" providerId="ADAL" clId="{D98C678E-A0E5-4DB4-A5A8-11B1E78A22E6}" dt="2024-03-16T18:39:07.337" v="722" actId="208"/>
          <ac:spMkLst>
            <pc:docMk/>
            <pc:sldMk cId="954984155" sldId="282"/>
            <ac:spMk id="11" creationId="{E8273318-A060-166B-6F06-2672C8F273D5}"/>
          </ac:spMkLst>
        </pc:spChg>
        <pc:spChg chg="mod">
          <ac:chgData name="Silva, Luiza" userId="e2b5f985-4393-469d-b6f5-83f7db984ae1" providerId="ADAL" clId="{D98C678E-A0E5-4DB4-A5A8-11B1E78A22E6}" dt="2024-03-16T18:39:03.993" v="721" actId="208"/>
          <ac:spMkLst>
            <pc:docMk/>
            <pc:sldMk cId="954984155" sldId="282"/>
            <ac:spMk id="13" creationId="{7D4C7EEB-A53D-7365-7009-03EA3B58DA8F}"/>
          </ac:spMkLst>
        </pc:spChg>
      </pc:sldChg>
      <pc:sldChg chg="modSp add mod">
        <pc:chgData name="Silva, Luiza" userId="e2b5f985-4393-469d-b6f5-83f7db984ae1" providerId="ADAL" clId="{D98C678E-A0E5-4DB4-A5A8-11B1E78A22E6}" dt="2024-03-16T18:39:45.991" v="729" actId="208"/>
        <pc:sldMkLst>
          <pc:docMk/>
          <pc:sldMk cId="30286960" sldId="283"/>
        </pc:sldMkLst>
        <pc:spChg chg="mod">
          <ac:chgData name="Silva, Luiza" userId="e2b5f985-4393-469d-b6f5-83f7db984ae1" providerId="ADAL" clId="{D98C678E-A0E5-4DB4-A5A8-11B1E78A22E6}" dt="2024-03-16T18:37:03.856" v="696" actId="208"/>
          <ac:spMkLst>
            <pc:docMk/>
            <pc:sldMk cId="30286960" sldId="283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39:36.931" v="726" actId="208"/>
          <ac:spMkLst>
            <pc:docMk/>
            <pc:sldMk cId="30286960" sldId="283"/>
            <ac:spMk id="3" creationId="{F5453EF8-7A4A-A0D9-ACEA-7661C9538DE0}"/>
          </ac:spMkLst>
        </pc:spChg>
        <pc:spChg chg="mod">
          <ac:chgData name="Silva, Luiza" userId="e2b5f985-4393-469d-b6f5-83f7db984ae1" providerId="ADAL" clId="{D98C678E-A0E5-4DB4-A5A8-11B1E78A22E6}" dt="2024-03-16T18:39:39.445" v="727" actId="208"/>
          <ac:spMkLst>
            <pc:docMk/>
            <pc:sldMk cId="30286960" sldId="283"/>
            <ac:spMk id="4" creationId="{7E17283D-B18E-412C-590B-9B9AF2130BF9}"/>
          </ac:spMkLst>
        </pc:spChg>
        <pc:spChg chg="mod">
          <ac:chgData name="Silva, Luiza" userId="e2b5f985-4393-469d-b6f5-83f7db984ae1" providerId="ADAL" clId="{D98C678E-A0E5-4DB4-A5A8-11B1E78A22E6}" dt="2024-03-16T18:39:42.586" v="728" actId="208"/>
          <ac:spMkLst>
            <pc:docMk/>
            <pc:sldMk cId="30286960" sldId="283"/>
            <ac:spMk id="5" creationId="{CC87B824-DB82-8589-1F6B-6D11E3631A69}"/>
          </ac:spMkLst>
        </pc:spChg>
        <pc:spChg chg="mod">
          <ac:chgData name="Silva, Luiza" userId="e2b5f985-4393-469d-b6f5-83f7db984ae1" providerId="ADAL" clId="{D98C678E-A0E5-4DB4-A5A8-11B1E78A22E6}" dt="2024-03-16T18:39:45.991" v="729" actId="208"/>
          <ac:spMkLst>
            <pc:docMk/>
            <pc:sldMk cId="30286960" sldId="283"/>
            <ac:spMk id="6" creationId="{97D1BDD1-081E-282A-175B-F31F1206C100}"/>
          </ac:spMkLst>
        </pc:spChg>
        <pc:spChg chg="mod">
          <ac:chgData name="Silva, Luiza" userId="e2b5f985-4393-469d-b6f5-83f7db984ae1" providerId="ADAL" clId="{D98C678E-A0E5-4DB4-A5A8-11B1E78A22E6}" dt="2024-03-16T18:23:52.539" v="632" actId="208"/>
          <ac:spMkLst>
            <pc:docMk/>
            <pc:sldMk cId="30286960" sldId="283"/>
            <ac:spMk id="9" creationId="{E7A62E1F-3CC0-E0B4-7BF8-1151451AA22F}"/>
          </ac:spMkLst>
        </pc:spChg>
        <pc:spChg chg="mod">
          <ac:chgData name="Silva, Luiza" userId="e2b5f985-4393-469d-b6f5-83f7db984ae1" providerId="ADAL" clId="{D98C678E-A0E5-4DB4-A5A8-11B1E78A22E6}" dt="2024-03-16T18:23:56.701" v="633" actId="208"/>
          <ac:spMkLst>
            <pc:docMk/>
            <pc:sldMk cId="30286960" sldId="283"/>
            <ac:spMk id="10" creationId="{4B8BA557-CCE1-543C-628A-116E88D87BDF}"/>
          </ac:spMkLst>
        </pc:spChg>
        <pc:spChg chg="mod">
          <ac:chgData name="Silva, Luiza" userId="e2b5f985-4393-469d-b6f5-83f7db984ae1" providerId="ADAL" clId="{D98C678E-A0E5-4DB4-A5A8-11B1E78A22E6}" dt="2024-03-16T18:24:01.744" v="634" actId="208"/>
          <ac:spMkLst>
            <pc:docMk/>
            <pc:sldMk cId="30286960" sldId="283"/>
            <ac:spMk id="11" creationId="{E8273318-A060-166B-6F06-2672C8F273D5}"/>
          </ac:spMkLst>
        </pc:spChg>
        <pc:spChg chg="mod">
          <ac:chgData name="Silva, Luiza" userId="e2b5f985-4393-469d-b6f5-83f7db984ae1" providerId="ADAL" clId="{D98C678E-A0E5-4DB4-A5A8-11B1E78A22E6}" dt="2024-03-16T18:24:06.446" v="635" actId="208"/>
          <ac:spMkLst>
            <pc:docMk/>
            <pc:sldMk cId="30286960" sldId="283"/>
            <ac:spMk id="13" creationId="{7D4C7EEB-A53D-7365-7009-03EA3B58DA8F}"/>
          </ac:spMkLst>
        </pc:spChg>
      </pc:sldChg>
      <pc:sldChg chg="addSp delSp modSp add mod setBg">
        <pc:chgData name="Silva, Luiza" userId="e2b5f985-4393-469d-b6f5-83f7db984ae1" providerId="ADAL" clId="{D98C678E-A0E5-4DB4-A5A8-11B1E78A22E6}" dt="2024-03-16T20:24:07.371" v="948" actId="20577"/>
        <pc:sldMkLst>
          <pc:docMk/>
          <pc:sldMk cId="1044491979" sldId="284"/>
        </pc:sldMkLst>
        <pc:spChg chg="mod">
          <ac:chgData name="Silva, Luiza" userId="e2b5f985-4393-469d-b6f5-83f7db984ae1" providerId="ADAL" clId="{D98C678E-A0E5-4DB4-A5A8-11B1E78A22E6}" dt="2024-03-16T18:36:46.146" v="693" actId="208"/>
          <ac:spMkLst>
            <pc:docMk/>
            <pc:sldMk cId="1044491979" sldId="284"/>
            <ac:spMk id="2" creationId="{7FD61B6B-1F48-B3EF-18FA-24C800626940}"/>
          </ac:spMkLst>
        </pc:spChg>
        <pc:spChg chg="mod">
          <ac:chgData name="Silva, Luiza" userId="e2b5f985-4393-469d-b6f5-83f7db984ae1" providerId="ADAL" clId="{D98C678E-A0E5-4DB4-A5A8-11B1E78A22E6}" dt="2024-03-16T18:25:41.664" v="650" actId="208"/>
          <ac:spMkLst>
            <pc:docMk/>
            <pc:sldMk cId="1044491979" sldId="284"/>
            <ac:spMk id="3" creationId="{F5453EF8-7A4A-A0D9-ACEA-7661C9538DE0}"/>
          </ac:spMkLst>
        </pc:spChg>
        <pc:spChg chg="del mod">
          <ac:chgData name="Silva, Luiza" userId="e2b5f985-4393-469d-b6f5-83f7db984ae1" providerId="ADAL" clId="{D98C678E-A0E5-4DB4-A5A8-11B1E78A22E6}" dt="2024-03-16T16:45:21.814" v="491" actId="478"/>
          <ac:spMkLst>
            <pc:docMk/>
            <pc:sldMk cId="1044491979" sldId="284"/>
            <ac:spMk id="4" creationId="{7E17283D-B18E-412C-590B-9B9AF2130BF9}"/>
          </ac:spMkLst>
        </pc:spChg>
        <pc:spChg chg="del">
          <ac:chgData name="Silva, Luiza" userId="e2b5f985-4393-469d-b6f5-83f7db984ae1" providerId="ADAL" clId="{D98C678E-A0E5-4DB4-A5A8-11B1E78A22E6}" dt="2024-03-16T16:45:38.685" v="508" actId="478"/>
          <ac:spMkLst>
            <pc:docMk/>
            <pc:sldMk cId="1044491979" sldId="284"/>
            <ac:spMk id="5" creationId="{CC87B824-DB82-8589-1F6B-6D11E3631A69}"/>
          </ac:spMkLst>
        </pc:spChg>
        <pc:spChg chg="del">
          <ac:chgData name="Silva, Luiza" userId="e2b5f985-4393-469d-b6f5-83f7db984ae1" providerId="ADAL" clId="{D98C678E-A0E5-4DB4-A5A8-11B1E78A22E6}" dt="2024-03-16T16:45:39.274" v="509" actId="478"/>
          <ac:spMkLst>
            <pc:docMk/>
            <pc:sldMk cId="1044491979" sldId="284"/>
            <ac:spMk id="6" creationId="{97D1BDD1-081E-282A-175B-F31F1206C100}"/>
          </ac:spMkLst>
        </pc:spChg>
        <pc:spChg chg="add mod">
          <ac:chgData name="Silva, Luiza" userId="e2b5f985-4393-469d-b6f5-83f7db984ae1" providerId="ADAL" clId="{D98C678E-A0E5-4DB4-A5A8-11B1E78A22E6}" dt="2024-03-16T18:25:37.454" v="649" actId="208"/>
          <ac:spMkLst>
            <pc:docMk/>
            <pc:sldMk cId="1044491979" sldId="284"/>
            <ac:spMk id="7" creationId="{65283250-46BE-E89B-D9CD-60D4EEAE853E}"/>
          </ac:spMkLst>
        </pc:spChg>
        <pc:spChg chg="add mod">
          <ac:chgData name="Silva, Luiza" userId="e2b5f985-4393-469d-b6f5-83f7db984ae1" providerId="ADAL" clId="{D98C678E-A0E5-4DB4-A5A8-11B1E78A22E6}" dt="2024-03-16T18:25:33.799" v="648" actId="208"/>
          <ac:spMkLst>
            <pc:docMk/>
            <pc:sldMk cId="1044491979" sldId="284"/>
            <ac:spMk id="8" creationId="{07C87627-C08B-3291-34A8-832866E2EC0A}"/>
          </ac:spMkLst>
        </pc:spChg>
        <pc:spChg chg="mod">
          <ac:chgData name="Silva, Luiza" userId="e2b5f985-4393-469d-b6f5-83f7db984ae1" providerId="ADAL" clId="{D98C678E-A0E5-4DB4-A5A8-11B1E78A22E6}" dt="2024-03-16T18:24:39.600" v="640" actId="208"/>
          <ac:spMkLst>
            <pc:docMk/>
            <pc:sldMk cId="1044491979" sldId="284"/>
            <ac:spMk id="9" creationId="{E7A62E1F-3CC0-E0B4-7BF8-1151451AA22F}"/>
          </ac:spMkLst>
        </pc:spChg>
        <pc:spChg chg="mod">
          <ac:chgData name="Silva, Luiza" userId="e2b5f985-4393-469d-b6f5-83f7db984ae1" providerId="ADAL" clId="{D98C678E-A0E5-4DB4-A5A8-11B1E78A22E6}" dt="2024-03-16T18:24:43.738" v="641" actId="208"/>
          <ac:spMkLst>
            <pc:docMk/>
            <pc:sldMk cId="1044491979" sldId="284"/>
            <ac:spMk id="10" creationId="{4B8BA557-CCE1-543C-628A-116E88D87BDF}"/>
          </ac:spMkLst>
        </pc:spChg>
        <pc:spChg chg="mod">
          <ac:chgData name="Silva, Luiza" userId="e2b5f985-4393-469d-b6f5-83f7db984ae1" providerId="ADAL" clId="{D98C678E-A0E5-4DB4-A5A8-11B1E78A22E6}" dt="2024-03-16T18:24:56.530" v="642" actId="208"/>
          <ac:spMkLst>
            <pc:docMk/>
            <pc:sldMk cId="1044491979" sldId="284"/>
            <ac:spMk id="11" creationId="{E8273318-A060-166B-6F06-2672C8F273D5}"/>
          </ac:spMkLst>
        </pc:spChg>
        <pc:spChg chg="add mod">
          <ac:chgData name="Silva, Luiza" userId="e2b5f985-4393-469d-b6f5-83f7db984ae1" providerId="ADAL" clId="{D98C678E-A0E5-4DB4-A5A8-11B1E78A22E6}" dt="2024-03-16T20:24:04.066" v="946" actId="20577"/>
          <ac:spMkLst>
            <pc:docMk/>
            <pc:sldMk cId="1044491979" sldId="284"/>
            <ac:spMk id="12" creationId="{B99340CE-D17B-2951-323B-07EE7118AC1E}"/>
          </ac:spMkLst>
        </pc:spChg>
        <pc:spChg chg="mod">
          <ac:chgData name="Silva, Luiza" userId="e2b5f985-4393-469d-b6f5-83f7db984ae1" providerId="ADAL" clId="{D98C678E-A0E5-4DB4-A5A8-11B1E78A22E6}" dt="2024-03-16T18:26:57.076" v="651" actId="208"/>
          <ac:spMkLst>
            <pc:docMk/>
            <pc:sldMk cId="1044491979" sldId="284"/>
            <ac:spMk id="13" creationId="{7D4C7EEB-A53D-7365-7009-03EA3B58DA8F}"/>
          </ac:spMkLst>
        </pc:spChg>
        <pc:spChg chg="add mod">
          <ac:chgData name="Silva, Luiza" userId="e2b5f985-4393-469d-b6f5-83f7db984ae1" providerId="ADAL" clId="{D98C678E-A0E5-4DB4-A5A8-11B1E78A22E6}" dt="2024-03-16T20:24:07.371" v="948" actId="20577"/>
          <ac:spMkLst>
            <pc:docMk/>
            <pc:sldMk cId="1044491979" sldId="284"/>
            <ac:spMk id="14" creationId="{7B2712FB-F855-A32D-7438-EB499FED8AD7}"/>
          </ac:spMkLst>
        </pc:spChg>
        <pc:spChg chg="add mod">
          <ac:chgData name="Silva, Luiza" userId="e2b5f985-4393-469d-b6f5-83f7db984ae1" providerId="ADAL" clId="{D98C678E-A0E5-4DB4-A5A8-11B1E78A22E6}" dt="2024-03-16T20:23:49.798" v="940" actId="20577"/>
          <ac:spMkLst>
            <pc:docMk/>
            <pc:sldMk cId="1044491979" sldId="284"/>
            <ac:spMk id="15" creationId="{8FFE1598-8DAB-B90F-C11F-C70007E42546}"/>
          </ac:spMkLst>
        </pc:spChg>
        <pc:spChg chg="add del mod">
          <ac:chgData name="Silva, Luiza" userId="e2b5f985-4393-469d-b6f5-83f7db984ae1" providerId="ADAL" clId="{D98C678E-A0E5-4DB4-A5A8-11B1E78A22E6}" dt="2024-03-16T16:47:05.879" v="588" actId="478"/>
          <ac:spMkLst>
            <pc:docMk/>
            <pc:sldMk cId="1044491979" sldId="284"/>
            <ac:spMk id="16" creationId="{6C8A55ED-E235-B3A5-4AD3-D68B9082609B}"/>
          </ac:spMkLst>
        </pc:spChg>
        <pc:spChg chg="add mod">
          <ac:chgData name="Silva, Luiza" userId="e2b5f985-4393-469d-b6f5-83f7db984ae1" providerId="ADAL" clId="{D98C678E-A0E5-4DB4-A5A8-11B1E78A22E6}" dt="2024-03-16T18:25:29.789" v="647" actId="208"/>
          <ac:spMkLst>
            <pc:docMk/>
            <pc:sldMk cId="1044491979" sldId="284"/>
            <ac:spMk id="17" creationId="{1D2C5780-E760-1A1D-60DB-880A6A0724CF}"/>
          </ac:spMkLst>
        </pc:spChg>
        <pc:spChg chg="add mod">
          <ac:chgData name="Silva, Luiza" userId="e2b5f985-4393-469d-b6f5-83f7db984ae1" providerId="ADAL" clId="{D98C678E-A0E5-4DB4-A5A8-11B1E78A22E6}" dt="2024-03-16T18:25:25.889" v="646" actId="208"/>
          <ac:spMkLst>
            <pc:docMk/>
            <pc:sldMk cId="1044491979" sldId="284"/>
            <ac:spMk id="18" creationId="{17DA721B-A9D8-4CFB-19DB-B8DE8E9D7950}"/>
          </ac:spMkLst>
        </pc:spChg>
      </pc:sldChg>
      <pc:sldChg chg="modSp add mod ord">
        <pc:chgData name="Silva, Luiza" userId="e2b5f985-4393-469d-b6f5-83f7db984ae1" providerId="ADAL" clId="{D98C678E-A0E5-4DB4-A5A8-11B1E78A22E6}" dt="2024-03-16T17:16:58.424" v="631" actId="1076"/>
        <pc:sldMkLst>
          <pc:docMk/>
          <pc:sldMk cId="1332388577" sldId="285"/>
        </pc:sldMkLst>
        <pc:spChg chg="mod">
          <ac:chgData name="Silva, Luiza" userId="e2b5f985-4393-469d-b6f5-83f7db984ae1" providerId="ADAL" clId="{D98C678E-A0E5-4DB4-A5A8-11B1E78A22E6}" dt="2024-03-16T17:16:58.424" v="631" actId="1076"/>
          <ac:spMkLst>
            <pc:docMk/>
            <pc:sldMk cId="1332388577" sldId="285"/>
            <ac:spMk id="2" creationId="{E68BA90E-9BF2-DB3D-CC4D-6C08886A1BC8}"/>
          </ac:spMkLst>
        </pc:spChg>
      </pc:sldChg>
      <pc:sldChg chg="addSp delSp modSp add mod">
        <pc:chgData name="Silva, Luiza" userId="e2b5f985-4393-469d-b6f5-83f7db984ae1" providerId="ADAL" clId="{D98C678E-A0E5-4DB4-A5A8-11B1E78A22E6}" dt="2024-03-16T18:58:29.616" v="884" actId="20577"/>
        <pc:sldMkLst>
          <pc:docMk/>
          <pc:sldMk cId="1278727773" sldId="286"/>
        </pc:sldMkLst>
        <pc:spChg chg="add mod">
          <ac:chgData name="Silva, Luiza" userId="e2b5f985-4393-469d-b6f5-83f7db984ae1" providerId="ADAL" clId="{D98C678E-A0E5-4DB4-A5A8-11B1E78A22E6}" dt="2024-03-16T18:57:25.464" v="826" actId="20577"/>
          <ac:spMkLst>
            <pc:docMk/>
            <pc:sldMk cId="1278727773" sldId="286"/>
            <ac:spMk id="7" creationId="{39923FD4-799E-4D56-25A9-18F2A24D831C}"/>
          </ac:spMkLst>
        </pc:spChg>
        <pc:spChg chg="add mod">
          <ac:chgData name="Silva, Luiza" userId="e2b5f985-4393-469d-b6f5-83f7db984ae1" providerId="ADAL" clId="{D98C678E-A0E5-4DB4-A5A8-11B1E78A22E6}" dt="2024-03-16T18:57:27.362" v="827" actId="20577"/>
          <ac:spMkLst>
            <pc:docMk/>
            <pc:sldMk cId="1278727773" sldId="286"/>
            <ac:spMk id="9" creationId="{31A7CB4F-E305-E007-6CE7-41186CA3633F}"/>
          </ac:spMkLst>
        </pc:spChg>
        <pc:spChg chg="add mod">
          <ac:chgData name="Silva, Luiza" userId="e2b5f985-4393-469d-b6f5-83f7db984ae1" providerId="ADAL" clId="{D98C678E-A0E5-4DB4-A5A8-11B1E78A22E6}" dt="2024-03-16T18:58:27.040" v="883" actId="1076"/>
          <ac:spMkLst>
            <pc:docMk/>
            <pc:sldMk cId="1278727773" sldId="286"/>
            <ac:spMk id="10" creationId="{81A594B4-3662-02CD-5BCF-4107FE834285}"/>
          </ac:spMkLst>
        </pc:spChg>
        <pc:spChg chg="add mod">
          <ac:chgData name="Silva, Luiza" userId="e2b5f985-4393-469d-b6f5-83f7db984ae1" providerId="ADAL" clId="{D98C678E-A0E5-4DB4-A5A8-11B1E78A22E6}" dt="2024-03-16T18:58:24.950" v="882" actId="1076"/>
          <ac:spMkLst>
            <pc:docMk/>
            <pc:sldMk cId="1278727773" sldId="286"/>
            <ac:spMk id="11" creationId="{3C68A177-D580-091D-7DDD-376516694A82}"/>
          </ac:spMkLst>
        </pc:spChg>
        <pc:spChg chg="mod">
          <ac:chgData name="Silva, Luiza" userId="e2b5f985-4393-469d-b6f5-83f7db984ae1" providerId="ADAL" clId="{D98C678E-A0E5-4DB4-A5A8-11B1E78A22E6}" dt="2024-03-16T18:58:29.616" v="884" actId="20577"/>
          <ac:spMkLst>
            <pc:docMk/>
            <pc:sldMk cId="1278727773" sldId="286"/>
            <ac:spMk id="13" creationId="{6EF5ADA5-2AB3-3499-D9CD-21F52577059F}"/>
          </ac:spMkLst>
        </pc:spChg>
        <pc:spChg chg="del">
          <ac:chgData name="Silva, Luiza" userId="e2b5f985-4393-469d-b6f5-83f7db984ae1" providerId="ADAL" clId="{D98C678E-A0E5-4DB4-A5A8-11B1E78A22E6}" dt="2024-03-16T18:56:40.097" v="809" actId="478"/>
          <ac:spMkLst>
            <pc:docMk/>
            <pc:sldMk cId="1278727773" sldId="286"/>
            <ac:spMk id="14" creationId="{3651B17E-425C-38C8-DE78-BF20C08921ED}"/>
          </ac:spMkLst>
        </pc:spChg>
        <pc:spChg chg="del">
          <ac:chgData name="Silva, Luiza" userId="e2b5f985-4393-469d-b6f5-83f7db984ae1" providerId="ADAL" clId="{D98C678E-A0E5-4DB4-A5A8-11B1E78A22E6}" dt="2024-03-16T18:56:39.453" v="808" actId="478"/>
          <ac:spMkLst>
            <pc:docMk/>
            <pc:sldMk cId="1278727773" sldId="286"/>
            <ac:spMk id="15" creationId="{2A6C2F4B-EE51-2A03-4E2D-553619055C2D}"/>
          </ac:spMkLst>
        </pc:spChg>
        <pc:spChg chg="add mod">
          <ac:chgData name="Silva, Luiza" userId="e2b5f985-4393-469d-b6f5-83f7db984ae1" providerId="ADAL" clId="{D98C678E-A0E5-4DB4-A5A8-11B1E78A22E6}" dt="2024-03-16T18:58:22.198" v="881" actId="1076"/>
          <ac:spMkLst>
            <pc:docMk/>
            <pc:sldMk cId="1278727773" sldId="286"/>
            <ac:spMk id="16" creationId="{930F9279-E3FE-DDC0-D0DB-0D1758F22AB6}"/>
          </ac:spMkLst>
        </pc:spChg>
        <pc:graphicFrameChg chg="del">
          <ac:chgData name="Silva, Luiza" userId="e2b5f985-4393-469d-b6f5-83f7db984ae1" providerId="ADAL" clId="{D98C678E-A0E5-4DB4-A5A8-11B1E78A22E6}" dt="2024-03-16T18:56:41.837" v="810" actId="478"/>
          <ac:graphicFrameMkLst>
            <pc:docMk/>
            <pc:sldMk cId="1278727773" sldId="286"/>
            <ac:graphicFrameMk id="8" creationId="{9507A379-2082-B267-AC13-02706634B617}"/>
          </ac:graphicFrameMkLst>
        </pc:graphicFrameChg>
        <pc:graphicFrameChg chg="del">
          <ac:chgData name="Silva, Luiza" userId="e2b5f985-4393-469d-b6f5-83f7db984ae1" providerId="ADAL" clId="{D98C678E-A0E5-4DB4-A5A8-11B1E78A22E6}" dt="2024-03-16T18:56:37.855" v="805" actId="478"/>
          <ac:graphicFrameMkLst>
            <pc:docMk/>
            <pc:sldMk cId="1278727773" sldId="286"/>
            <ac:graphicFrameMk id="12" creationId="{395DD1AB-8655-D181-E793-24256EB97797}"/>
          </ac:graphicFrameMkLst>
        </pc:graphicFrameChg>
        <pc:picChg chg="add del mod">
          <ac:chgData name="Silva, Luiza" userId="e2b5f985-4393-469d-b6f5-83f7db984ae1" providerId="ADAL" clId="{D98C678E-A0E5-4DB4-A5A8-11B1E78A22E6}" dt="2024-03-16T18:56:51.859" v="816" actId="478"/>
          <ac:picMkLst>
            <pc:docMk/>
            <pc:sldMk cId="1278727773" sldId="286"/>
            <ac:picMk id="4" creationId="{C76859EF-A412-A8CC-B060-1E9B6C06D78A}"/>
          </ac:picMkLst>
        </pc:picChg>
        <pc:picChg chg="add mod">
          <ac:chgData name="Silva, Luiza" userId="e2b5f985-4393-469d-b6f5-83f7db984ae1" providerId="ADAL" clId="{D98C678E-A0E5-4DB4-A5A8-11B1E78A22E6}" dt="2024-03-16T18:57:12.657" v="820" actId="1076"/>
          <ac:picMkLst>
            <pc:docMk/>
            <pc:sldMk cId="1278727773" sldId="286"/>
            <ac:picMk id="6" creationId="{084FE2DC-C577-EC40-7FF7-30E5644AE67D}"/>
          </ac:picMkLst>
        </pc:picChg>
        <pc:picChg chg="del mod">
          <ac:chgData name="Silva, Luiza" userId="e2b5f985-4393-469d-b6f5-83f7db984ae1" providerId="ADAL" clId="{D98C678E-A0E5-4DB4-A5A8-11B1E78A22E6}" dt="2024-03-16T18:56:38.816" v="807" actId="478"/>
          <ac:picMkLst>
            <pc:docMk/>
            <pc:sldMk cId="1278727773" sldId="286"/>
            <ac:picMk id="17" creationId="{396ABDAC-55BF-2762-A00C-47700E56DF1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F569-AC90-44EB-9EF4-4E5C2F5D823C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99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79EF-17C8-45D8-9866-DAF5723FC604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397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2ADC-3680-4013-A757-E4663495DB98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65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BA94-5DCA-4F19-960F-0FB2BD5EE85A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33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D947-38D9-44AC-8B89-E79758333B77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66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E23F-BD3C-4F23-B116-2B758120C8AC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339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CFAA9-6D59-4D98-869E-ACBDB83B2CA4}" type="datetime1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944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0804-27E3-430A-BB42-B831260DE39A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4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2DE3-3D1A-4D53-B9A6-6C7463B8C992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91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7D41-E8B7-4A0B-B861-3EC4AE88917D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66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34823-0B19-4B4E-A643-7A3B0A3D24D6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97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5ECD8B30-1B71-45A1-8314-D59C86F581E1}" type="datetime1">
              <a:rPr lang="en-US" smtClean="0"/>
              <a:pPr/>
              <a:t>1/24/2026</a:t>
            </a:fld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‹nº›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69995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8BA90E-9BF2-DB3D-CC4D-6C08886A1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70" y="2063435"/>
            <a:ext cx="10645911" cy="2745784"/>
          </a:xfrm>
        </p:spPr>
        <p:txBody>
          <a:bodyPr anchor="b">
            <a:noAutofit/>
          </a:bodyPr>
          <a:lstStyle/>
          <a:p>
            <a:pPr algn="l"/>
            <a:r>
              <a:rPr lang="pt-BR" sz="5400" dirty="0">
                <a:latin typeface="Quire Sans" panose="020B0502040400020003" pitchFamily="34" charset="0"/>
                <a:cs typeface="Quire Sans" panose="020B0502040400020003" pitchFamily="34" charset="0"/>
              </a:rPr>
              <a:t>DESENVOLVIMENTO</a:t>
            </a:r>
            <a:br>
              <a:rPr lang="pt-BR" sz="5400" dirty="0">
                <a:latin typeface="Quire Sans" panose="020B0502040400020003" pitchFamily="34" charset="0"/>
                <a:cs typeface="Quire Sans" panose="020B0502040400020003" pitchFamily="34" charset="0"/>
              </a:rPr>
            </a:br>
            <a:br>
              <a:rPr lang="pt-BR" sz="5400" dirty="0">
                <a:latin typeface="Quire Sans" panose="020B0502040400020003" pitchFamily="34" charset="0"/>
                <a:cs typeface="Quire Sans" panose="020B0502040400020003" pitchFamily="34" charset="0"/>
              </a:rPr>
            </a:br>
            <a:r>
              <a:rPr lang="pt-BR" sz="5400" dirty="0">
                <a:latin typeface="Quire Sans" panose="020B0502040400020003" pitchFamily="34" charset="0"/>
                <a:cs typeface="Quire Sans" panose="020B0502040400020003" pitchFamily="34" charset="0"/>
              </a:rPr>
              <a:t> </a:t>
            </a:r>
            <a:br>
              <a:rPr lang="pt-BR" sz="5400" dirty="0">
                <a:latin typeface="Quire Sans" panose="020B0502040400020003" pitchFamily="34" charset="0"/>
                <a:cs typeface="Quire Sans" panose="020B0502040400020003" pitchFamily="34" charset="0"/>
              </a:rPr>
            </a:br>
            <a:r>
              <a:rPr lang="pt-BR" sz="5400" dirty="0">
                <a:latin typeface="Quire Sans" panose="020B0502040400020003" pitchFamily="34" charset="0"/>
                <a:cs typeface="Quire Sans" panose="020B0502040400020003" pitchFamily="34" charset="0"/>
              </a:rPr>
              <a:t>DE </a:t>
            </a:r>
            <a:r>
              <a:rPr lang="pt-BR" sz="5400" dirty="0">
                <a:highlight>
                  <a:srgbClr val="FF0000"/>
                </a:highlight>
                <a:latin typeface="Quire Sans" panose="020B0502040400020003" pitchFamily="34" charset="0"/>
                <a:cs typeface="Quire Sans" panose="020B0502040400020003" pitchFamily="34" charset="0"/>
              </a:rPr>
              <a:t>SOFTWARE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58443E-B333-44F4-8D49-1EAB1C1A4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50256" y="596822"/>
            <a:ext cx="4833901" cy="56538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3427" y="115962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Graphic 212">
            <a:extLst>
              <a:ext uri="{FF2B5EF4-FFF2-40B4-BE49-F238E27FC236}">
                <a16:creationId xmlns:a16="http://schemas.microsoft.com/office/drawing/2014/main" id="{A0569933-2A1F-487D-A657-990AFACA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2309" y="810623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3" name="Graphic 212">
            <a:extLst>
              <a:ext uri="{FF2B5EF4-FFF2-40B4-BE49-F238E27FC236}">
                <a16:creationId xmlns:a16="http://schemas.microsoft.com/office/drawing/2014/main" id="{41A44955-0622-4C9F-BFD2-55277314E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2309" y="810623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6BF5730-CE16-498B-B11C-000E7F587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5475" y="5416520"/>
            <a:ext cx="419129" cy="41912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3284B67-6F50-4C2E-904F-005438145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5475" y="5416520"/>
            <a:ext cx="419129" cy="419129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01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Explicativo: Seta para Baixo 1">
            <a:extLst>
              <a:ext uri="{FF2B5EF4-FFF2-40B4-BE49-F238E27FC236}">
                <a16:creationId xmlns:a16="http://schemas.microsoft.com/office/drawing/2014/main" id="{7FD61B6B-1F48-B3EF-18FA-24C800626940}"/>
              </a:ext>
            </a:extLst>
          </p:cNvPr>
          <p:cNvSpPr/>
          <p:nvPr/>
        </p:nvSpPr>
        <p:spPr>
          <a:xfrm>
            <a:off x="2463052" y="439271"/>
            <a:ext cx="7422776" cy="1057836"/>
          </a:xfrm>
          <a:prstGeom prst="downArrowCallou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Quire Sans" panose="020B0502040400020003" pitchFamily="34" charset="0"/>
                <a:cs typeface="Quire Sans" panose="020B0502040400020003" pitchFamily="34" charset="0"/>
              </a:rPr>
              <a:t>DESENVOLVIMENTO DE SOFTWARE</a:t>
            </a:r>
          </a:p>
        </p:txBody>
      </p:sp>
      <p:sp>
        <p:nvSpPr>
          <p:cNvPr id="3" name="Retângulo: Biselado 2">
            <a:extLst>
              <a:ext uri="{FF2B5EF4-FFF2-40B4-BE49-F238E27FC236}">
                <a16:creationId xmlns:a16="http://schemas.microsoft.com/office/drawing/2014/main" id="{F5453EF8-7A4A-A0D9-ACEA-7661C9538DE0}"/>
              </a:ext>
            </a:extLst>
          </p:cNvPr>
          <p:cNvSpPr/>
          <p:nvPr/>
        </p:nvSpPr>
        <p:spPr>
          <a:xfrm>
            <a:off x="970429" y="2223241"/>
            <a:ext cx="2151531" cy="1380565"/>
          </a:xfrm>
          <a:prstGeom prst="bevel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COMPUTAÇÃO</a:t>
            </a:r>
          </a:p>
        </p:txBody>
      </p:sp>
      <p:sp>
        <p:nvSpPr>
          <p:cNvPr id="9" name="Retângulo: Biselado 8">
            <a:extLst>
              <a:ext uri="{FF2B5EF4-FFF2-40B4-BE49-F238E27FC236}">
                <a16:creationId xmlns:a16="http://schemas.microsoft.com/office/drawing/2014/main" id="{17F322A7-6B43-EA0F-9B35-07076AEEB371}"/>
              </a:ext>
            </a:extLst>
          </p:cNvPr>
          <p:cNvSpPr/>
          <p:nvPr/>
        </p:nvSpPr>
        <p:spPr>
          <a:xfrm>
            <a:off x="3628465" y="2223241"/>
            <a:ext cx="2151531" cy="1380565"/>
          </a:xfrm>
          <a:prstGeom prst="bevel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USABILIDADE</a:t>
            </a:r>
          </a:p>
        </p:txBody>
      </p:sp>
      <p:sp>
        <p:nvSpPr>
          <p:cNvPr id="10" name="Retângulo: Biselado 9">
            <a:extLst>
              <a:ext uri="{FF2B5EF4-FFF2-40B4-BE49-F238E27FC236}">
                <a16:creationId xmlns:a16="http://schemas.microsoft.com/office/drawing/2014/main" id="{BEC4B3E6-6B53-453C-5CF2-2A7416E058C2}"/>
              </a:ext>
            </a:extLst>
          </p:cNvPr>
          <p:cNvSpPr/>
          <p:nvPr/>
        </p:nvSpPr>
        <p:spPr>
          <a:xfrm>
            <a:off x="6174441" y="2223242"/>
            <a:ext cx="2279277" cy="1380565"/>
          </a:xfrm>
          <a:prstGeom prst="bevel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SISTEMAS OPERACIONAIS</a:t>
            </a:r>
          </a:p>
        </p:txBody>
      </p:sp>
      <p:sp>
        <p:nvSpPr>
          <p:cNvPr id="11" name="Retângulo: Biselado 10">
            <a:extLst>
              <a:ext uri="{FF2B5EF4-FFF2-40B4-BE49-F238E27FC236}">
                <a16:creationId xmlns:a16="http://schemas.microsoft.com/office/drawing/2014/main" id="{FA5B6DA5-1C6B-45F9-4BE1-12078BEC426D}"/>
              </a:ext>
            </a:extLst>
          </p:cNvPr>
          <p:cNvSpPr/>
          <p:nvPr/>
        </p:nvSpPr>
        <p:spPr>
          <a:xfrm>
            <a:off x="8832477" y="2223242"/>
            <a:ext cx="2151531" cy="1380565"/>
          </a:xfrm>
          <a:prstGeom prst="bevel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SOLUÇÕES DE SOFTWARE</a:t>
            </a:r>
          </a:p>
        </p:txBody>
      </p:sp>
      <p:sp>
        <p:nvSpPr>
          <p:cNvPr id="12" name="Retângulo: Biselado 11">
            <a:extLst>
              <a:ext uri="{FF2B5EF4-FFF2-40B4-BE49-F238E27FC236}">
                <a16:creationId xmlns:a16="http://schemas.microsoft.com/office/drawing/2014/main" id="{DF329D2C-7562-0CF1-8E9E-4840EF158DAF}"/>
              </a:ext>
            </a:extLst>
          </p:cNvPr>
          <p:cNvSpPr/>
          <p:nvPr/>
        </p:nvSpPr>
        <p:spPr>
          <a:xfrm>
            <a:off x="2908485" y="4545092"/>
            <a:ext cx="6531909" cy="1380565"/>
          </a:xfrm>
          <a:prstGeom prst="bevel">
            <a:avLst/>
          </a:prstGeom>
          <a:solidFill>
            <a:srgbClr val="002060"/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>
                <a:solidFill>
                  <a:schemeClr val="tx1">
                    <a:lumMod val="95000"/>
                  </a:schemeClr>
                </a:solidFill>
                <a:latin typeface="Quire Sans" panose="020B0502040400020003" pitchFamily="34" charset="0"/>
                <a:cs typeface="Quire Sans" panose="020B0502040400020003" pitchFamily="34" charset="0"/>
              </a:rPr>
              <a:t>Gestão de Negócios / ROI (retorno sobre o investimento)</a:t>
            </a:r>
          </a:p>
        </p:txBody>
      </p:sp>
    </p:spTree>
    <p:extLst>
      <p:ext uri="{BB962C8B-B14F-4D97-AF65-F5344CB8AC3E}">
        <p14:creationId xmlns:p14="http://schemas.microsoft.com/office/powerpoint/2010/main" val="3423631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Explicativo: Seta para Baixo 1">
            <a:extLst>
              <a:ext uri="{FF2B5EF4-FFF2-40B4-BE49-F238E27FC236}">
                <a16:creationId xmlns:a16="http://schemas.microsoft.com/office/drawing/2014/main" id="{7FD61B6B-1F48-B3EF-18FA-24C800626940}"/>
              </a:ext>
            </a:extLst>
          </p:cNvPr>
          <p:cNvSpPr/>
          <p:nvPr/>
        </p:nvSpPr>
        <p:spPr>
          <a:xfrm>
            <a:off x="2463052" y="439271"/>
            <a:ext cx="7422776" cy="1057836"/>
          </a:xfrm>
          <a:prstGeom prst="downArrowCallou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Quire Sans" panose="020B0502040400020003" pitchFamily="34" charset="0"/>
                <a:cs typeface="Quire Sans" panose="020B0502040400020003" pitchFamily="34" charset="0"/>
              </a:rPr>
              <a:t>DESENVOLVIMENTO DE SOFTWARE</a:t>
            </a:r>
          </a:p>
        </p:txBody>
      </p:sp>
      <p:sp>
        <p:nvSpPr>
          <p:cNvPr id="3" name="Retângulo: Biselado 2">
            <a:extLst>
              <a:ext uri="{FF2B5EF4-FFF2-40B4-BE49-F238E27FC236}">
                <a16:creationId xmlns:a16="http://schemas.microsoft.com/office/drawing/2014/main" id="{F5453EF8-7A4A-A0D9-ACEA-7661C9538DE0}"/>
              </a:ext>
            </a:extLst>
          </p:cNvPr>
          <p:cNvSpPr/>
          <p:nvPr/>
        </p:nvSpPr>
        <p:spPr>
          <a:xfrm>
            <a:off x="970429" y="2223241"/>
            <a:ext cx="2151531" cy="1380565"/>
          </a:xfrm>
          <a:prstGeom prst="bevel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COMPUTAÇÃO</a:t>
            </a:r>
          </a:p>
        </p:txBody>
      </p:sp>
      <p:sp>
        <p:nvSpPr>
          <p:cNvPr id="9" name="Retângulo: Biselado 8">
            <a:extLst>
              <a:ext uri="{FF2B5EF4-FFF2-40B4-BE49-F238E27FC236}">
                <a16:creationId xmlns:a16="http://schemas.microsoft.com/office/drawing/2014/main" id="{17F322A7-6B43-EA0F-9B35-07076AEEB371}"/>
              </a:ext>
            </a:extLst>
          </p:cNvPr>
          <p:cNvSpPr/>
          <p:nvPr/>
        </p:nvSpPr>
        <p:spPr>
          <a:xfrm>
            <a:off x="3628465" y="2223241"/>
            <a:ext cx="2151531" cy="1380565"/>
          </a:xfrm>
          <a:prstGeom prst="bevel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USABILIDADE</a:t>
            </a:r>
          </a:p>
        </p:txBody>
      </p:sp>
      <p:sp>
        <p:nvSpPr>
          <p:cNvPr id="10" name="Retângulo: Biselado 9">
            <a:extLst>
              <a:ext uri="{FF2B5EF4-FFF2-40B4-BE49-F238E27FC236}">
                <a16:creationId xmlns:a16="http://schemas.microsoft.com/office/drawing/2014/main" id="{BEC4B3E6-6B53-453C-5CF2-2A7416E058C2}"/>
              </a:ext>
            </a:extLst>
          </p:cNvPr>
          <p:cNvSpPr/>
          <p:nvPr/>
        </p:nvSpPr>
        <p:spPr>
          <a:xfrm>
            <a:off x="6174441" y="2223242"/>
            <a:ext cx="2279277" cy="1380565"/>
          </a:xfrm>
          <a:prstGeom prst="bevel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SISTEMAS OPERACIONAIS</a:t>
            </a:r>
          </a:p>
        </p:txBody>
      </p:sp>
      <p:sp>
        <p:nvSpPr>
          <p:cNvPr id="11" name="Retângulo: Biselado 10">
            <a:extLst>
              <a:ext uri="{FF2B5EF4-FFF2-40B4-BE49-F238E27FC236}">
                <a16:creationId xmlns:a16="http://schemas.microsoft.com/office/drawing/2014/main" id="{FA5B6DA5-1C6B-45F9-4BE1-12078BEC426D}"/>
              </a:ext>
            </a:extLst>
          </p:cNvPr>
          <p:cNvSpPr/>
          <p:nvPr/>
        </p:nvSpPr>
        <p:spPr>
          <a:xfrm>
            <a:off x="8832477" y="2223242"/>
            <a:ext cx="2151531" cy="1380565"/>
          </a:xfrm>
          <a:prstGeom prst="bevel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SOLUÇÕES DE SOFTWARE</a:t>
            </a:r>
          </a:p>
        </p:txBody>
      </p:sp>
      <p:sp>
        <p:nvSpPr>
          <p:cNvPr id="4" name="Retângulo: Biselado 3">
            <a:extLst>
              <a:ext uri="{FF2B5EF4-FFF2-40B4-BE49-F238E27FC236}">
                <a16:creationId xmlns:a16="http://schemas.microsoft.com/office/drawing/2014/main" id="{3F04A19D-54D0-404F-16AA-1A34142B2768}"/>
              </a:ext>
            </a:extLst>
          </p:cNvPr>
          <p:cNvSpPr/>
          <p:nvPr/>
        </p:nvSpPr>
        <p:spPr>
          <a:xfrm>
            <a:off x="970429" y="4186511"/>
            <a:ext cx="2151531" cy="1380565"/>
          </a:xfrm>
          <a:prstGeom prst="bevel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B0F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Congenial SemiBold" panose="02000503040000020004" pitchFamily="2" charset="0"/>
                <a:cs typeface="Quire Sans" panose="020B0502040400020003" pitchFamily="34" charset="0"/>
              </a:rPr>
              <a:t>DESIGN</a:t>
            </a:r>
          </a:p>
        </p:txBody>
      </p:sp>
      <p:sp>
        <p:nvSpPr>
          <p:cNvPr id="5" name="Retângulo: Biselado 4">
            <a:extLst>
              <a:ext uri="{FF2B5EF4-FFF2-40B4-BE49-F238E27FC236}">
                <a16:creationId xmlns:a16="http://schemas.microsoft.com/office/drawing/2014/main" id="{1BF3DFB9-28F3-1BA7-3183-82442753957D}"/>
              </a:ext>
            </a:extLst>
          </p:cNvPr>
          <p:cNvSpPr/>
          <p:nvPr/>
        </p:nvSpPr>
        <p:spPr>
          <a:xfrm>
            <a:off x="3628465" y="4186510"/>
            <a:ext cx="2151531" cy="1380565"/>
          </a:xfrm>
          <a:prstGeom prst="bevel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B0F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Congenial SemiBold" panose="02000503040000020004" pitchFamily="2" charset="0"/>
                <a:cs typeface="Quire Sans" panose="020B0502040400020003" pitchFamily="34" charset="0"/>
              </a:rPr>
              <a:t>INTERFACE</a:t>
            </a:r>
          </a:p>
        </p:txBody>
      </p:sp>
      <p:sp>
        <p:nvSpPr>
          <p:cNvPr id="6" name="Retângulo: Biselado 5">
            <a:extLst>
              <a:ext uri="{FF2B5EF4-FFF2-40B4-BE49-F238E27FC236}">
                <a16:creationId xmlns:a16="http://schemas.microsoft.com/office/drawing/2014/main" id="{1DB43F18-834B-D163-4B15-1F6E222D0F9B}"/>
              </a:ext>
            </a:extLst>
          </p:cNvPr>
          <p:cNvSpPr/>
          <p:nvPr/>
        </p:nvSpPr>
        <p:spPr>
          <a:xfrm>
            <a:off x="6238313" y="4186509"/>
            <a:ext cx="2151531" cy="1380565"/>
          </a:xfrm>
          <a:prstGeom prst="bevel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B0F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Congenial SemiBold" panose="02000503040000020004" pitchFamily="2" charset="0"/>
                <a:cs typeface="Quire Sans" panose="020B0502040400020003" pitchFamily="34" charset="0"/>
              </a:rPr>
              <a:t>UX – USER EXPERIENCE</a:t>
            </a:r>
          </a:p>
        </p:txBody>
      </p:sp>
      <p:sp>
        <p:nvSpPr>
          <p:cNvPr id="7" name="Retângulo: Biselado 6">
            <a:extLst>
              <a:ext uri="{FF2B5EF4-FFF2-40B4-BE49-F238E27FC236}">
                <a16:creationId xmlns:a16="http://schemas.microsoft.com/office/drawing/2014/main" id="{A94C9B42-AD87-DDF9-6D45-1075A3331E9C}"/>
              </a:ext>
            </a:extLst>
          </p:cNvPr>
          <p:cNvSpPr/>
          <p:nvPr/>
        </p:nvSpPr>
        <p:spPr>
          <a:xfrm>
            <a:off x="8880662" y="4186508"/>
            <a:ext cx="2151531" cy="1380565"/>
          </a:xfrm>
          <a:prstGeom prst="bevel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Congenial SemiBold" panose="02000503040000020004" pitchFamily="2" charset="0"/>
                <a:cs typeface="Quire Sans" panose="020B0502040400020003" pitchFamily="34" charset="0"/>
              </a:rPr>
              <a:t>CAPACIDADE</a:t>
            </a:r>
          </a:p>
        </p:txBody>
      </p:sp>
    </p:spTree>
    <p:extLst>
      <p:ext uri="{BB962C8B-B14F-4D97-AF65-F5344CB8AC3E}">
        <p14:creationId xmlns:p14="http://schemas.microsoft.com/office/powerpoint/2010/main" val="136059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Explicativo: Seta para Baixo 1">
            <a:extLst>
              <a:ext uri="{FF2B5EF4-FFF2-40B4-BE49-F238E27FC236}">
                <a16:creationId xmlns:a16="http://schemas.microsoft.com/office/drawing/2014/main" id="{7FD61B6B-1F48-B3EF-18FA-24C800626940}"/>
              </a:ext>
            </a:extLst>
          </p:cNvPr>
          <p:cNvSpPr/>
          <p:nvPr/>
        </p:nvSpPr>
        <p:spPr>
          <a:xfrm>
            <a:off x="2463052" y="439271"/>
            <a:ext cx="7422776" cy="1057836"/>
          </a:xfrm>
          <a:prstGeom prst="downArrowCallou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Quire Sans" panose="020B0502040400020003" pitchFamily="34" charset="0"/>
                <a:cs typeface="Quire Sans" panose="020B0502040400020003" pitchFamily="34" charset="0"/>
              </a:rPr>
              <a:t>DESENVOLVIMENTO DE SOFTWARE</a:t>
            </a:r>
          </a:p>
        </p:txBody>
      </p:sp>
      <p:sp>
        <p:nvSpPr>
          <p:cNvPr id="13" name="Heptágono 12">
            <a:extLst>
              <a:ext uri="{FF2B5EF4-FFF2-40B4-BE49-F238E27FC236}">
                <a16:creationId xmlns:a16="http://schemas.microsoft.com/office/drawing/2014/main" id="{6EF5ADA5-2AB3-3499-D9CD-21F52577059F}"/>
              </a:ext>
            </a:extLst>
          </p:cNvPr>
          <p:cNvSpPr/>
          <p:nvPr/>
        </p:nvSpPr>
        <p:spPr>
          <a:xfrm>
            <a:off x="6546450" y="1944530"/>
            <a:ext cx="605841" cy="567186"/>
          </a:xfrm>
          <a:prstGeom prst="heptagon">
            <a:avLst/>
          </a:prstGeom>
          <a:ln w="34925">
            <a:solidFill>
              <a:srgbClr val="FFC000"/>
            </a:solidFill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obliqueTopLef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84FE2DC-C577-EC40-7FF7-30E5644AE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33" y="2066672"/>
            <a:ext cx="3962009" cy="1626785"/>
          </a:xfrm>
          <a:prstGeom prst="rect">
            <a:avLst/>
          </a:prstGeom>
        </p:spPr>
      </p:pic>
      <p:sp>
        <p:nvSpPr>
          <p:cNvPr id="7" name="Heptágono 6">
            <a:extLst>
              <a:ext uri="{FF2B5EF4-FFF2-40B4-BE49-F238E27FC236}">
                <a16:creationId xmlns:a16="http://schemas.microsoft.com/office/drawing/2014/main" id="{39923FD4-799E-4D56-25A9-18F2A24D831C}"/>
              </a:ext>
            </a:extLst>
          </p:cNvPr>
          <p:cNvSpPr/>
          <p:nvPr/>
        </p:nvSpPr>
        <p:spPr>
          <a:xfrm>
            <a:off x="6571800" y="3149076"/>
            <a:ext cx="605841" cy="567186"/>
          </a:xfrm>
          <a:prstGeom prst="heptagon">
            <a:avLst/>
          </a:prstGeom>
          <a:ln w="34925">
            <a:solidFill>
              <a:srgbClr val="FFC000"/>
            </a:solidFill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obliqueTopLef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2</a:t>
            </a:r>
          </a:p>
        </p:txBody>
      </p:sp>
      <p:sp>
        <p:nvSpPr>
          <p:cNvPr id="9" name="Heptágono 8">
            <a:extLst>
              <a:ext uri="{FF2B5EF4-FFF2-40B4-BE49-F238E27FC236}">
                <a16:creationId xmlns:a16="http://schemas.microsoft.com/office/drawing/2014/main" id="{31A7CB4F-E305-E007-6CE7-41186CA3633F}"/>
              </a:ext>
            </a:extLst>
          </p:cNvPr>
          <p:cNvSpPr/>
          <p:nvPr/>
        </p:nvSpPr>
        <p:spPr>
          <a:xfrm>
            <a:off x="6571800" y="4275353"/>
            <a:ext cx="605841" cy="567186"/>
          </a:xfrm>
          <a:prstGeom prst="heptagon">
            <a:avLst/>
          </a:prstGeom>
          <a:ln w="34925">
            <a:solidFill>
              <a:srgbClr val="FFC000"/>
            </a:solidFill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obliqueTopLef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3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1A594B4-3662-02CD-5BCF-4107FE834285}"/>
              </a:ext>
            </a:extLst>
          </p:cNvPr>
          <p:cNvSpPr txBox="1"/>
          <p:nvPr/>
        </p:nvSpPr>
        <p:spPr>
          <a:xfrm>
            <a:off x="7177641" y="1896198"/>
            <a:ext cx="3039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accent6">
                    <a:lumMod val="50000"/>
                  </a:schemeClr>
                </a:solidFill>
              </a:rPr>
              <a:t>TV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C68A177-D580-091D-7DDD-376516694A82}"/>
              </a:ext>
            </a:extLst>
          </p:cNvPr>
          <p:cNvSpPr txBox="1"/>
          <p:nvPr/>
        </p:nvSpPr>
        <p:spPr>
          <a:xfrm>
            <a:off x="7177641" y="3073108"/>
            <a:ext cx="4098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accent6">
                    <a:lumMod val="50000"/>
                  </a:schemeClr>
                </a:solidFill>
              </a:rPr>
              <a:t>CELULAR E TABLET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30F9279-E3FE-DDC0-D0DB-0D1758F22AB6}"/>
              </a:ext>
            </a:extLst>
          </p:cNvPr>
          <p:cNvSpPr txBox="1"/>
          <p:nvPr/>
        </p:nvSpPr>
        <p:spPr>
          <a:xfrm>
            <a:off x="7236892" y="4240220"/>
            <a:ext cx="3039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accent6">
                    <a:lumMod val="50000"/>
                  </a:schemeClr>
                </a:solidFill>
              </a:rPr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1278727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8BA90E-9BF2-DB3D-CC4D-6C08886A1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06622"/>
            <a:ext cx="8385298" cy="1874068"/>
          </a:xfrm>
        </p:spPr>
        <p:txBody>
          <a:bodyPr anchor="b">
            <a:noAutofit/>
          </a:bodyPr>
          <a:lstStyle/>
          <a:p>
            <a:pPr algn="l"/>
            <a:r>
              <a:rPr lang="pt-BR" sz="3600" dirty="0">
                <a:latin typeface="Quire Sans" panose="020B0502040400020003" pitchFamily="34" charset="0"/>
                <a:cs typeface="Quire Sans" panose="020B0502040400020003" pitchFamily="34" charset="0"/>
              </a:rPr>
              <a:t>ELEMENTOS </a:t>
            </a:r>
            <a:br>
              <a:rPr lang="pt-BR" sz="3600" dirty="0">
                <a:latin typeface="Quire Sans" panose="020B0502040400020003" pitchFamily="34" charset="0"/>
                <a:cs typeface="Quire Sans" panose="020B0502040400020003" pitchFamily="34" charset="0"/>
              </a:rPr>
            </a:br>
            <a:r>
              <a:rPr lang="pt-BR" sz="3600" dirty="0">
                <a:latin typeface="Quire Sans" panose="020B0502040400020003" pitchFamily="34" charset="0"/>
                <a:cs typeface="Quire Sans" panose="020B0502040400020003" pitchFamily="34" charset="0"/>
              </a:rPr>
              <a:t>DO DESENVOLVIMENTO</a:t>
            </a:r>
            <a:br>
              <a:rPr lang="pt-BR" sz="3600" dirty="0">
                <a:highlight>
                  <a:srgbClr val="FF0000"/>
                </a:highlight>
                <a:latin typeface="Quire Sans" panose="020B0502040400020003" pitchFamily="34" charset="0"/>
                <a:cs typeface="Quire Sans" panose="020B0502040400020003" pitchFamily="34" charset="0"/>
              </a:rPr>
            </a:br>
            <a:r>
              <a:rPr lang="pt-BR" sz="3600" dirty="0">
                <a:latin typeface="Quire Sans" panose="020B0502040400020003" pitchFamily="34" charset="0"/>
                <a:cs typeface="Quire Sans" panose="020B0502040400020003" pitchFamily="34" charset="0"/>
              </a:rPr>
              <a:t>NA</a:t>
            </a:r>
            <a:r>
              <a:rPr lang="pt-BR" sz="3600" dirty="0">
                <a:highlight>
                  <a:srgbClr val="FF0000"/>
                </a:highlight>
                <a:latin typeface="Quire Sans" panose="020B0502040400020003" pitchFamily="34" charset="0"/>
                <a:cs typeface="Quire Sans" panose="020B0502040400020003" pitchFamily="34" charset="0"/>
              </a:rPr>
              <a:t> </a:t>
            </a:r>
            <a:br>
              <a:rPr lang="pt-BR" sz="3600" dirty="0">
                <a:highlight>
                  <a:srgbClr val="FF0000"/>
                </a:highlight>
                <a:latin typeface="Quire Sans" panose="020B0502040400020003" pitchFamily="34" charset="0"/>
                <a:cs typeface="Quire Sans" panose="020B0502040400020003" pitchFamily="34" charset="0"/>
              </a:rPr>
            </a:br>
            <a:r>
              <a:rPr lang="pt-BR" sz="3600" dirty="0">
                <a:highlight>
                  <a:srgbClr val="FF0000"/>
                </a:highlight>
                <a:latin typeface="Quire Sans" panose="020B0502040400020003" pitchFamily="34" charset="0"/>
                <a:cs typeface="Quire Sans" panose="020B0502040400020003" pitchFamily="34" charset="0"/>
              </a:rPr>
              <a:t>ERA DIGITAL</a:t>
            </a:r>
            <a:br>
              <a:rPr lang="pt-BR" sz="3600" dirty="0">
                <a:latin typeface="Quire Sans" panose="020B0502040400020003" pitchFamily="34" charset="0"/>
                <a:cs typeface="Quire Sans" panose="020B0502040400020003" pitchFamily="34" charset="0"/>
              </a:rPr>
            </a:br>
            <a:endParaRPr lang="pt-BR" sz="3600" dirty="0">
              <a:highlight>
                <a:srgbClr val="FF0000"/>
              </a:highlight>
              <a:latin typeface="Quire Sans" panose="020B0502040400020003" pitchFamily="34" charset="0"/>
              <a:cs typeface="Quire Sans" panose="020B05020404000200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58443E-B333-44F4-8D49-1EAB1C1A4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50256" y="596822"/>
            <a:ext cx="4833901" cy="56538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3427" y="115962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Picture 3" descr="Um conceito abstrato da genética">
            <a:extLst>
              <a:ext uri="{FF2B5EF4-FFF2-40B4-BE49-F238E27FC236}">
                <a16:creationId xmlns:a16="http://schemas.microsoft.com/office/drawing/2014/main" id="{45B0FC60-1415-BC9E-0476-58D23AB32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426" y="1022352"/>
            <a:ext cx="2387561" cy="2387561"/>
          </a:xfrm>
          <a:prstGeom prst="rect">
            <a:avLst/>
          </a:prstGeom>
        </p:spPr>
      </p:pic>
      <p:sp>
        <p:nvSpPr>
          <p:cNvPr id="21" name="Graphic 212">
            <a:extLst>
              <a:ext uri="{FF2B5EF4-FFF2-40B4-BE49-F238E27FC236}">
                <a16:creationId xmlns:a16="http://schemas.microsoft.com/office/drawing/2014/main" id="{A0569933-2A1F-487D-A657-990AFACA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2309" y="810623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3" name="Graphic 212">
            <a:extLst>
              <a:ext uri="{FF2B5EF4-FFF2-40B4-BE49-F238E27FC236}">
                <a16:creationId xmlns:a16="http://schemas.microsoft.com/office/drawing/2014/main" id="{41A44955-0622-4C9F-BFD2-55277314E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2309" y="810623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6BF5730-CE16-498B-B11C-000E7F587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5475" y="5416520"/>
            <a:ext cx="419129" cy="41912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3284B67-6F50-4C2E-904F-005438145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5475" y="5416520"/>
            <a:ext cx="419129" cy="419129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Um conceito abstrato da genética">
            <a:extLst>
              <a:ext uri="{FF2B5EF4-FFF2-40B4-BE49-F238E27FC236}">
                <a16:creationId xmlns:a16="http://schemas.microsoft.com/office/drawing/2014/main" id="{5DC0D197-8E9E-F9E4-8244-864E64806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601" y="3546437"/>
            <a:ext cx="2289211" cy="2289211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1088406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Explicativo: Seta para Baixo 1">
            <a:extLst>
              <a:ext uri="{FF2B5EF4-FFF2-40B4-BE49-F238E27FC236}">
                <a16:creationId xmlns:a16="http://schemas.microsoft.com/office/drawing/2014/main" id="{7FD61B6B-1F48-B3EF-18FA-24C800626940}"/>
              </a:ext>
            </a:extLst>
          </p:cNvPr>
          <p:cNvSpPr/>
          <p:nvPr/>
        </p:nvSpPr>
        <p:spPr>
          <a:xfrm>
            <a:off x="2247899" y="448237"/>
            <a:ext cx="7422776" cy="1057836"/>
          </a:xfrm>
          <a:prstGeom prst="downArrowCallou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Quire Sans" panose="020B0502040400020003" pitchFamily="34" charset="0"/>
                <a:cs typeface="Quire Sans" panose="020B0502040400020003" pitchFamily="34" charset="0"/>
              </a:rPr>
              <a:t>ERA DIGITAL</a:t>
            </a:r>
          </a:p>
        </p:txBody>
      </p:sp>
      <p:sp>
        <p:nvSpPr>
          <p:cNvPr id="3" name="Retângulo: Biselado 2">
            <a:extLst>
              <a:ext uri="{FF2B5EF4-FFF2-40B4-BE49-F238E27FC236}">
                <a16:creationId xmlns:a16="http://schemas.microsoft.com/office/drawing/2014/main" id="{F5453EF8-7A4A-A0D9-ACEA-7661C9538DE0}"/>
              </a:ext>
            </a:extLst>
          </p:cNvPr>
          <p:cNvSpPr/>
          <p:nvPr/>
        </p:nvSpPr>
        <p:spPr>
          <a:xfrm>
            <a:off x="826994" y="1685360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AUTOMAÇÃO</a:t>
            </a:r>
          </a:p>
        </p:txBody>
      </p:sp>
      <p:sp>
        <p:nvSpPr>
          <p:cNvPr id="4" name="Retângulo: Biselado 3">
            <a:extLst>
              <a:ext uri="{FF2B5EF4-FFF2-40B4-BE49-F238E27FC236}">
                <a16:creationId xmlns:a16="http://schemas.microsoft.com/office/drawing/2014/main" id="{6DE27857-B374-C835-386F-0B282EA6BF07}"/>
              </a:ext>
            </a:extLst>
          </p:cNvPr>
          <p:cNvSpPr/>
          <p:nvPr/>
        </p:nvSpPr>
        <p:spPr>
          <a:xfrm>
            <a:off x="2075327" y="2877665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INOVAÇÃO</a:t>
            </a:r>
          </a:p>
        </p:txBody>
      </p:sp>
      <p:sp>
        <p:nvSpPr>
          <p:cNvPr id="5" name="Retângulo: Biselado 4">
            <a:extLst>
              <a:ext uri="{FF2B5EF4-FFF2-40B4-BE49-F238E27FC236}">
                <a16:creationId xmlns:a16="http://schemas.microsoft.com/office/drawing/2014/main" id="{C549DC8D-65D7-D4A7-4BC3-C4A79C8DCCC9}"/>
              </a:ext>
            </a:extLst>
          </p:cNvPr>
          <p:cNvSpPr/>
          <p:nvPr/>
        </p:nvSpPr>
        <p:spPr>
          <a:xfrm>
            <a:off x="3227292" y="4069970"/>
            <a:ext cx="2288242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CONECTIVIDADE</a:t>
            </a:r>
          </a:p>
        </p:txBody>
      </p:sp>
      <p:sp>
        <p:nvSpPr>
          <p:cNvPr id="6" name="Retângulo: Biselado 5">
            <a:extLst>
              <a:ext uri="{FF2B5EF4-FFF2-40B4-BE49-F238E27FC236}">
                <a16:creationId xmlns:a16="http://schemas.microsoft.com/office/drawing/2014/main" id="{BCC5DD7C-2442-0BA3-5331-399436138C71}"/>
              </a:ext>
            </a:extLst>
          </p:cNvPr>
          <p:cNvSpPr/>
          <p:nvPr/>
        </p:nvSpPr>
        <p:spPr>
          <a:xfrm>
            <a:off x="4580964" y="5262275"/>
            <a:ext cx="2492189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PERSONALIZAÇÃO</a:t>
            </a:r>
          </a:p>
        </p:txBody>
      </p:sp>
      <p:sp>
        <p:nvSpPr>
          <p:cNvPr id="7" name="Retângulo: Biselado 6">
            <a:extLst>
              <a:ext uri="{FF2B5EF4-FFF2-40B4-BE49-F238E27FC236}">
                <a16:creationId xmlns:a16="http://schemas.microsoft.com/office/drawing/2014/main" id="{ADB8F013-FFB6-8DCC-94E4-064E57760069}"/>
              </a:ext>
            </a:extLst>
          </p:cNvPr>
          <p:cNvSpPr/>
          <p:nvPr/>
        </p:nvSpPr>
        <p:spPr>
          <a:xfrm>
            <a:off x="6174440" y="4069970"/>
            <a:ext cx="2350995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ESCALABILIDADE</a:t>
            </a:r>
          </a:p>
        </p:txBody>
      </p:sp>
      <p:sp>
        <p:nvSpPr>
          <p:cNvPr id="8" name="Retângulo: Biselado 7">
            <a:extLst>
              <a:ext uri="{FF2B5EF4-FFF2-40B4-BE49-F238E27FC236}">
                <a16:creationId xmlns:a16="http://schemas.microsoft.com/office/drawing/2014/main" id="{E3F4DDF2-1A1B-C51F-7CF5-CEDA046634DF}"/>
              </a:ext>
            </a:extLst>
          </p:cNvPr>
          <p:cNvSpPr/>
          <p:nvPr/>
        </p:nvSpPr>
        <p:spPr>
          <a:xfrm>
            <a:off x="7965142" y="2877665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ANÁLISE DE DADOS</a:t>
            </a:r>
          </a:p>
        </p:txBody>
      </p:sp>
      <p:sp>
        <p:nvSpPr>
          <p:cNvPr id="12" name="Retângulo: Biselado 11">
            <a:extLst>
              <a:ext uri="{FF2B5EF4-FFF2-40B4-BE49-F238E27FC236}">
                <a16:creationId xmlns:a16="http://schemas.microsoft.com/office/drawing/2014/main" id="{4AB4321A-D756-EEC9-A611-67254376DCDA}"/>
              </a:ext>
            </a:extLst>
          </p:cNvPr>
          <p:cNvSpPr/>
          <p:nvPr/>
        </p:nvSpPr>
        <p:spPr>
          <a:xfrm>
            <a:off x="9213475" y="1685360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ACESSO GLOBAL</a:t>
            </a:r>
          </a:p>
        </p:txBody>
      </p:sp>
    </p:spTree>
    <p:extLst>
      <p:ext uri="{BB962C8B-B14F-4D97-AF65-F5344CB8AC3E}">
        <p14:creationId xmlns:p14="http://schemas.microsoft.com/office/powerpoint/2010/main" val="3872717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Explicativo: Seta para Baixo 1">
            <a:extLst>
              <a:ext uri="{FF2B5EF4-FFF2-40B4-BE49-F238E27FC236}">
                <a16:creationId xmlns:a16="http://schemas.microsoft.com/office/drawing/2014/main" id="{7FD61B6B-1F48-B3EF-18FA-24C800626940}"/>
              </a:ext>
            </a:extLst>
          </p:cNvPr>
          <p:cNvSpPr/>
          <p:nvPr/>
        </p:nvSpPr>
        <p:spPr>
          <a:xfrm>
            <a:off x="2247899" y="448237"/>
            <a:ext cx="7422776" cy="1057836"/>
          </a:xfrm>
          <a:prstGeom prst="downArrowCallou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Quire Sans" panose="020B0502040400020003" pitchFamily="34" charset="0"/>
                <a:cs typeface="Quire Sans" panose="020B0502040400020003" pitchFamily="34" charset="0"/>
              </a:rPr>
              <a:t>ERA DIGITAL</a:t>
            </a:r>
          </a:p>
        </p:txBody>
      </p:sp>
      <p:sp>
        <p:nvSpPr>
          <p:cNvPr id="3" name="Retângulo: Biselado 2">
            <a:extLst>
              <a:ext uri="{FF2B5EF4-FFF2-40B4-BE49-F238E27FC236}">
                <a16:creationId xmlns:a16="http://schemas.microsoft.com/office/drawing/2014/main" id="{F5453EF8-7A4A-A0D9-ACEA-7661C9538DE0}"/>
              </a:ext>
            </a:extLst>
          </p:cNvPr>
          <p:cNvSpPr/>
          <p:nvPr/>
        </p:nvSpPr>
        <p:spPr>
          <a:xfrm>
            <a:off x="826994" y="1685360"/>
            <a:ext cx="2151531" cy="1147488"/>
          </a:xfrm>
          <a:prstGeom prst="bevel">
            <a:avLst/>
          </a:prstGeom>
          <a:solidFill>
            <a:schemeClr val="accent5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AUTOMAÇÃO</a:t>
            </a:r>
          </a:p>
        </p:txBody>
      </p:sp>
      <p:sp>
        <p:nvSpPr>
          <p:cNvPr id="4" name="Retângulo: Biselado 3">
            <a:extLst>
              <a:ext uri="{FF2B5EF4-FFF2-40B4-BE49-F238E27FC236}">
                <a16:creationId xmlns:a16="http://schemas.microsoft.com/office/drawing/2014/main" id="{6DE27857-B374-C835-386F-0B282EA6BF07}"/>
              </a:ext>
            </a:extLst>
          </p:cNvPr>
          <p:cNvSpPr/>
          <p:nvPr/>
        </p:nvSpPr>
        <p:spPr>
          <a:xfrm>
            <a:off x="2075327" y="2877665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INOVAÇÃO</a:t>
            </a:r>
          </a:p>
        </p:txBody>
      </p:sp>
      <p:sp>
        <p:nvSpPr>
          <p:cNvPr id="5" name="Retângulo: Biselado 4">
            <a:extLst>
              <a:ext uri="{FF2B5EF4-FFF2-40B4-BE49-F238E27FC236}">
                <a16:creationId xmlns:a16="http://schemas.microsoft.com/office/drawing/2014/main" id="{C549DC8D-65D7-D4A7-4BC3-C4A79C8DCCC9}"/>
              </a:ext>
            </a:extLst>
          </p:cNvPr>
          <p:cNvSpPr/>
          <p:nvPr/>
        </p:nvSpPr>
        <p:spPr>
          <a:xfrm>
            <a:off x="3227292" y="4069970"/>
            <a:ext cx="2288242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CONECTIVIDADE</a:t>
            </a:r>
          </a:p>
        </p:txBody>
      </p:sp>
      <p:sp>
        <p:nvSpPr>
          <p:cNvPr id="6" name="Retângulo: Biselado 5">
            <a:extLst>
              <a:ext uri="{FF2B5EF4-FFF2-40B4-BE49-F238E27FC236}">
                <a16:creationId xmlns:a16="http://schemas.microsoft.com/office/drawing/2014/main" id="{BCC5DD7C-2442-0BA3-5331-399436138C71}"/>
              </a:ext>
            </a:extLst>
          </p:cNvPr>
          <p:cNvSpPr/>
          <p:nvPr/>
        </p:nvSpPr>
        <p:spPr>
          <a:xfrm>
            <a:off x="4580964" y="5262275"/>
            <a:ext cx="2492189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PERSONALIZAÇÃO</a:t>
            </a:r>
          </a:p>
        </p:txBody>
      </p:sp>
      <p:sp>
        <p:nvSpPr>
          <p:cNvPr id="7" name="Retângulo: Biselado 6">
            <a:extLst>
              <a:ext uri="{FF2B5EF4-FFF2-40B4-BE49-F238E27FC236}">
                <a16:creationId xmlns:a16="http://schemas.microsoft.com/office/drawing/2014/main" id="{ADB8F013-FFB6-8DCC-94E4-064E57760069}"/>
              </a:ext>
            </a:extLst>
          </p:cNvPr>
          <p:cNvSpPr/>
          <p:nvPr/>
        </p:nvSpPr>
        <p:spPr>
          <a:xfrm>
            <a:off x="6174440" y="4069970"/>
            <a:ext cx="2350995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ESCALABILIDADE</a:t>
            </a:r>
          </a:p>
        </p:txBody>
      </p:sp>
      <p:sp>
        <p:nvSpPr>
          <p:cNvPr id="8" name="Retângulo: Biselado 7">
            <a:extLst>
              <a:ext uri="{FF2B5EF4-FFF2-40B4-BE49-F238E27FC236}">
                <a16:creationId xmlns:a16="http://schemas.microsoft.com/office/drawing/2014/main" id="{E3F4DDF2-1A1B-C51F-7CF5-CEDA046634DF}"/>
              </a:ext>
            </a:extLst>
          </p:cNvPr>
          <p:cNvSpPr/>
          <p:nvPr/>
        </p:nvSpPr>
        <p:spPr>
          <a:xfrm>
            <a:off x="7965142" y="2877665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ANÁLISE DE DADOS</a:t>
            </a:r>
          </a:p>
        </p:txBody>
      </p:sp>
      <p:sp>
        <p:nvSpPr>
          <p:cNvPr id="12" name="Retângulo: Biselado 11">
            <a:extLst>
              <a:ext uri="{FF2B5EF4-FFF2-40B4-BE49-F238E27FC236}">
                <a16:creationId xmlns:a16="http://schemas.microsoft.com/office/drawing/2014/main" id="{4AB4321A-D756-EEC9-A611-67254376DCDA}"/>
              </a:ext>
            </a:extLst>
          </p:cNvPr>
          <p:cNvSpPr/>
          <p:nvPr/>
        </p:nvSpPr>
        <p:spPr>
          <a:xfrm>
            <a:off x="9213475" y="1685360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ACESSO GLOBAL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683A2F-FC73-6A68-875C-65B2FC97969A}"/>
              </a:ext>
            </a:extLst>
          </p:cNvPr>
          <p:cNvSpPr txBox="1"/>
          <p:nvPr/>
        </p:nvSpPr>
        <p:spPr>
          <a:xfrm>
            <a:off x="2998694" y="1793428"/>
            <a:ext cx="3502963" cy="70788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</a:rPr>
              <a:t>Aumenta a eficiência e reduz erros humanos</a:t>
            </a:r>
          </a:p>
        </p:txBody>
      </p:sp>
    </p:spTree>
    <p:extLst>
      <p:ext uri="{BB962C8B-B14F-4D97-AF65-F5344CB8AC3E}">
        <p14:creationId xmlns:p14="http://schemas.microsoft.com/office/powerpoint/2010/main" val="1159255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Explicativo: Seta para Baixo 1">
            <a:extLst>
              <a:ext uri="{FF2B5EF4-FFF2-40B4-BE49-F238E27FC236}">
                <a16:creationId xmlns:a16="http://schemas.microsoft.com/office/drawing/2014/main" id="{7FD61B6B-1F48-B3EF-18FA-24C800626940}"/>
              </a:ext>
            </a:extLst>
          </p:cNvPr>
          <p:cNvSpPr/>
          <p:nvPr/>
        </p:nvSpPr>
        <p:spPr>
          <a:xfrm>
            <a:off x="2247899" y="448237"/>
            <a:ext cx="7422776" cy="1057836"/>
          </a:xfrm>
          <a:prstGeom prst="downArrowCallou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Quire Sans" panose="020B0502040400020003" pitchFamily="34" charset="0"/>
                <a:cs typeface="Quire Sans" panose="020B0502040400020003" pitchFamily="34" charset="0"/>
              </a:rPr>
              <a:t>ERA DIGITAL</a:t>
            </a:r>
          </a:p>
        </p:txBody>
      </p:sp>
      <p:sp>
        <p:nvSpPr>
          <p:cNvPr id="3" name="Retângulo: Biselado 2">
            <a:extLst>
              <a:ext uri="{FF2B5EF4-FFF2-40B4-BE49-F238E27FC236}">
                <a16:creationId xmlns:a16="http://schemas.microsoft.com/office/drawing/2014/main" id="{F5453EF8-7A4A-A0D9-ACEA-7661C9538DE0}"/>
              </a:ext>
            </a:extLst>
          </p:cNvPr>
          <p:cNvSpPr/>
          <p:nvPr/>
        </p:nvSpPr>
        <p:spPr>
          <a:xfrm>
            <a:off x="826994" y="1685360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AUTOMAÇÃO</a:t>
            </a:r>
          </a:p>
        </p:txBody>
      </p:sp>
      <p:sp>
        <p:nvSpPr>
          <p:cNvPr id="4" name="Retângulo: Biselado 3">
            <a:extLst>
              <a:ext uri="{FF2B5EF4-FFF2-40B4-BE49-F238E27FC236}">
                <a16:creationId xmlns:a16="http://schemas.microsoft.com/office/drawing/2014/main" id="{6DE27857-B374-C835-386F-0B282EA6BF07}"/>
              </a:ext>
            </a:extLst>
          </p:cNvPr>
          <p:cNvSpPr/>
          <p:nvPr/>
        </p:nvSpPr>
        <p:spPr>
          <a:xfrm>
            <a:off x="2075327" y="2877665"/>
            <a:ext cx="2151531" cy="1147488"/>
          </a:xfrm>
          <a:prstGeom prst="bevel">
            <a:avLst/>
          </a:prstGeom>
          <a:solidFill>
            <a:schemeClr val="accent5">
              <a:lumMod val="50000"/>
            </a:schemeClr>
          </a:solidFill>
          <a:ln>
            <a:solidFill>
              <a:srgbClr val="92D05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INOVAÇÃO</a:t>
            </a:r>
          </a:p>
        </p:txBody>
      </p:sp>
      <p:sp>
        <p:nvSpPr>
          <p:cNvPr id="5" name="Retângulo: Biselado 4">
            <a:extLst>
              <a:ext uri="{FF2B5EF4-FFF2-40B4-BE49-F238E27FC236}">
                <a16:creationId xmlns:a16="http://schemas.microsoft.com/office/drawing/2014/main" id="{C549DC8D-65D7-D4A7-4BC3-C4A79C8DCCC9}"/>
              </a:ext>
            </a:extLst>
          </p:cNvPr>
          <p:cNvSpPr/>
          <p:nvPr/>
        </p:nvSpPr>
        <p:spPr>
          <a:xfrm>
            <a:off x="3227292" y="4069970"/>
            <a:ext cx="2288242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CONECTIVIDADE</a:t>
            </a:r>
          </a:p>
        </p:txBody>
      </p:sp>
      <p:sp>
        <p:nvSpPr>
          <p:cNvPr id="6" name="Retângulo: Biselado 5">
            <a:extLst>
              <a:ext uri="{FF2B5EF4-FFF2-40B4-BE49-F238E27FC236}">
                <a16:creationId xmlns:a16="http://schemas.microsoft.com/office/drawing/2014/main" id="{BCC5DD7C-2442-0BA3-5331-399436138C71}"/>
              </a:ext>
            </a:extLst>
          </p:cNvPr>
          <p:cNvSpPr/>
          <p:nvPr/>
        </p:nvSpPr>
        <p:spPr>
          <a:xfrm>
            <a:off x="4580964" y="5262275"/>
            <a:ext cx="2492189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PERSONALIZAÇÃO</a:t>
            </a:r>
          </a:p>
        </p:txBody>
      </p:sp>
      <p:sp>
        <p:nvSpPr>
          <p:cNvPr id="7" name="Retângulo: Biselado 6">
            <a:extLst>
              <a:ext uri="{FF2B5EF4-FFF2-40B4-BE49-F238E27FC236}">
                <a16:creationId xmlns:a16="http://schemas.microsoft.com/office/drawing/2014/main" id="{ADB8F013-FFB6-8DCC-94E4-064E57760069}"/>
              </a:ext>
            </a:extLst>
          </p:cNvPr>
          <p:cNvSpPr/>
          <p:nvPr/>
        </p:nvSpPr>
        <p:spPr>
          <a:xfrm>
            <a:off x="6174440" y="4069970"/>
            <a:ext cx="2350995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ESCALABILIDADE</a:t>
            </a:r>
          </a:p>
        </p:txBody>
      </p:sp>
      <p:sp>
        <p:nvSpPr>
          <p:cNvPr id="8" name="Retângulo: Biselado 7">
            <a:extLst>
              <a:ext uri="{FF2B5EF4-FFF2-40B4-BE49-F238E27FC236}">
                <a16:creationId xmlns:a16="http://schemas.microsoft.com/office/drawing/2014/main" id="{E3F4DDF2-1A1B-C51F-7CF5-CEDA046634DF}"/>
              </a:ext>
            </a:extLst>
          </p:cNvPr>
          <p:cNvSpPr/>
          <p:nvPr/>
        </p:nvSpPr>
        <p:spPr>
          <a:xfrm>
            <a:off x="7965142" y="2877665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ANÁLISE DE DADOS</a:t>
            </a:r>
          </a:p>
        </p:txBody>
      </p:sp>
      <p:sp>
        <p:nvSpPr>
          <p:cNvPr id="12" name="Retângulo: Biselado 11">
            <a:extLst>
              <a:ext uri="{FF2B5EF4-FFF2-40B4-BE49-F238E27FC236}">
                <a16:creationId xmlns:a16="http://schemas.microsoft.com/office/drawing/2014/main" id="{4AB4321A-D756-EEC9-A611-67254376DCDA}"/>
              </a:ext>
            </a:extLst>
          </p:cNvPr>
          <p:cNvSpPr/>
          <p:nvPr/>
        </p:nvSpPr>
        <p:spPr>
          <a:xfrm>
            <a:off x="9213475" y="1685360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ACESSO GLOBAL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683A2F-FC73-6A68-875C-65B2FC97969A}"/>
              </a:ext>
            </a:extLst>
          </p:cNvPr>
          <p:cNvSpPr txBox="1"/>
          <p:nvPr/>
        </p:nvSpPr>
        <p:spPr>
          <a:xfrm>
            <a:off x="4344518" y="3097466"/>
            <a:ext cx="3502963" cy="70788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</a:rPr>
              <a:t>Novas tecnologias e soluções inovadoras</a:t>
            </a:r>
          </a:p>
        </p:txBody>
      </p:sp>
    </p:spTree>
    <p:extLst>
      <p:ext uri="{BB962C8B-B14F-4D97-AF65-F5344CB8AC3E}">
        <p14:creationId xmlns:p14="http://schemas.microsoft.com/office/powerpoint/2010/main" val="172261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Explicativo: Seta para Baixo 1">
            <a:extLst>
              <a:ext uri="{FF2B5EF4-FFF2-40B4-BE49-F238E27FC236}">
                <a16:creationId xmlns:a16="http://schemas.microsoft.com/office/drawing/2014/main" id="{7FD61B6B-1F48-B3EF-18FA-24C800626940}"/>
              </a:ext>
            </a:extLst>
          </p:cNvPr>
          <p:cNvSpPr/>
          <p:nvPr/>
        </p:nvSpPr>
        <p:spPr>
          <a:xfrm>
            <a:off x="2247899" y="448237"/>
            <a:ext cx="7422776" cy="1057836"/>
          </a:xfrm>
          <a:prstGeom prst="downArrowCallou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Quire Sans" panose="020B0502040400020003" pitchFamily="34" charset="0"/>
                <a:cs typeface="Quire Sans" panose="020B0502040400020003" pitchFamily="34" charset="0"/>
              </a:rPr>
              <a:t>ERA DIGITAL</a:t>
            </a:r>
          </a:p>
        </p:txBody>
      </p:sp>
      <p:sp>
        <p:nvSpPr>
          <p:cNvPr id="3" name="Retângulo: Biselado 2">
            <a:extLst>
              <a:ext uri="{FF2B5EF4-FFF2-40B4-BE49-F238E27FC236}">
                <a16:creationId xmlns:a16="http://schemas.microsoft.com/office/drawing/2014/main" id="{F5453EF8-7A4A-A0D9-ACEA-7661C9538DE0}"/>
              </a:ext>
            </a:extLst>
          </p:cNvPr>
          <p:cNvSpPr/>
          <p:nvPr/>
        </p:nvSpPr>
        <p:spPr>
          <a:xfrm>
            <a:off x="826994" y="1685360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AUTOMAÇÃO</a:t>
            </a:r>
          </a:p>
        </p:txBody>
      </p:sp>
      <p:sp>
        <p:nvSpPr>
          <p:cNvPr id="4" name="Retângulo: Biselado 3">
            <a:extLst>
              <a:ext uri="{FF2B5EF4-FFF2-40B4-BE49-F238E27FC236}">
                <a16:creationId xmlns:a16="http://schemas.microsoft.com/office/drawing/2014/main" id="{6DE27857-B374-C835-386F-0B282EA6BF07}"/>
              </a:ext>
            </a:extLst>
          </p:cNvPr>
          <p:cNvSpPr/>
          <p:nvPr/>
        </p:nvSpPr>
        <p:spPr>
          <a:xfrm>
            <a:off x="2075327" y="2877665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INOVAÇÃO</a:t>
            </a:r>
          </a:p>
        </p:txBody>
      </p:sp>
      <p:sp>
        <p:nvSpPr>
          <p:cNvPr id="5" name="Retângulo: Biselado 4">
            <a:extLst>
              <a:ext uri="{FF2B5EF4-FFF2-40B4-BE49-F238E27FC236}">
                <a16:creationId xmlns:a16="http://schemas.microsoft.com/office/drawing/2014/main" id="{C549DC8D-65D7-D4A7-4BC3-C4A79C8DCCC9}"/>
              </a:ext>
            </a:extLst>
          </p:cNvPr>
          <p:cNvSpPr/>
          <p:nvPr/>
        </p:nvSpPr>
        <p:spPr>
          <a:xfrm>
            <a:off x="3227292" y="4069970"/>
            <a:ext cx="2288242" cy="1147488"/>
          </a:xfrm>
          <a:prstGeom prst="bevel">
            <a:avLst/>
          </a:prstGeom>
          <a:solidFill>
            <a:schemeClr val="accent5">
              <a:lumMod val="50000"/>
            </a:schemeClr>
          </a:solidFill>
          <a:ln>
            <a:solidFill>
              <a:srgbClr val="92D05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CONECTIVIDADE</a:t>
            </a:r>
          </a:p>
        </p:txBody>
      </p:sp>
      <p:sp>
        <p:nvSpPr>
          <p:cNvPr id="6" name="Retângulo: Biselado 5">
            <a:extLst>
              <a:ext uri="{FF2B5EF4-FFF2-40B4-BE49-F238E27FC236}">
                <a16:creationId xmlns:a16="http://schemas.microsoft.com/office/drawing/2014/main" id="{BCC5DD7C-2442-0BA3-5331-399436138C71}"/>
              </a:ext>
            </a:extLst>
          </p:cNvPr>
          <p:cNvSpPr/>
          <p:nvPr/>
        </p:nvSpPr>
        <p:spPr>
          <a:xfrm>
            <a:off x="4580964" y="5262275"/>
            <a:ext cx="2492189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PERSONALIZAÇÃO</a:t>
            </a:r>
          </a:p>
        </p:txBody>
      </p:sp>
      <p:sp>
        <p:nvSpPr>
          <p:cNvPr id="7" name="Retângulo: Biselado 6">
            <a:extLst>
              <a:ext uri="{FF2B5EF4-FFF2-40B4-BE49-F238E27FC236}">
                <a16:creationId xmlns:a16="http://schemas.microsoft.com/office/drawing/2014/main" id="{ADB8F013-FFB6-8DCC-94E4-064E57760069}"/>
              </a:ext>
            </a:extLst>
          </p:cNvPr>
          <p:cNvSpPr/>
          <p:nvPr/>
        </p:nvSpPr>
        <p:spPr>
          <a:xfrm>
            <a:off x="6174440" y="4069970"/>
            <a:ext cx="2350995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ESCALABILIDADE</a:t>
            </a:r>
          </a:p>
        </p:txBody>
      </p:sp>
      <p:sp>
        <p:nvSpPr>
          <p:cNvPr id="8" name="Retângulo: Biselado 7">
            <a:extLst>
              <a:ext uri="{FF2B5EF4-FFF2-40B4-BE49-F238E27FC236}">
                <a16:creationId xmlns:a16="http://schemas.microsoft.com/office/drawing/2014/main" id="{E3F4DDF2-1A1B-C51F-7CF5-CEDA046634DF}"/>
              </a:ext>
            </a:extLst>
          </p:cNvPr>
          <p:cNvSpPr/>
          <p:nvPr/>
        </p:nvSpPr>
        <p:spPr>
          <a:xfrm>
            <a:off x="7965142" y="2877665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ANÁLISE DE DADOS</a:t>
            </a:r>
          </a:p>
        </p:txBody>
      </p:sp>
      <p:sp>
        <p:nvSpPr>
          <p:cNvPr id="12" name="Retângulo: Biselado 11">
            <a:extLst>
              <a:ext uri="{FF2B5EF4-FFF2-40B4-BE49-F238E27FC236}">
                <a16:creationId xmlns:a16="http://schemas.microsoft.com/office/drawing/2014/main" id="{4AB4321A-D756-EEC9-A611-67254376DCDA}"/>
              </a:ext>
            </a:extLst>
          </p:cNvPr>
          <p:cNvSpPr/>
          <p:nvPr/>
        </p:nvSpPr>
        <p:spPr>
          <a:xfrm>
            <a:off x="9213475" y="1685360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ACESSO GLOBAL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683A2F-FC73-6A68-875C-65B2FC97969A}"/>
              </a:ext>
            </a:extLst>
          </p:cNvPr>
          <p:cNvSpPr txBox="1"/>
          <p:nvPr/>
        </p:nvSpPr>
        <p:spPr>
          <a:xfrm>
            <a:off x="239802" y="4643714"/>
            <a:ext cx="3682256" cy="1982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</a:rPr>
              <a:t>Comunicação entre dispositivos, sistemas e pessoas, viabilizando a era da Internet das Coisas (IoT) e a comunicação instantânea em escala global</a:t>
            </a:r>
          </a:p>
        </p:txBody>
      </p:sp>
    </p:spTree>
    <p:extLst>
      <p:ext uri="{BB962C8B-B14F-4D97-AF65-F5344CB8AC3E}">
        <p14:creationId xmlns:p14="http://schemas.microsoft.com/office/powerpoint/2010/main" val="1295740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Explicativo: Seta para Baixo 1">
            <a:extLst>
              <a:ext uri="{FF2B5EF4-FFF2-40B4-BE49-F238E27FC236}">
                <a16:creationId xmlns:a16="http://schemas.microsoft.com/office/drawing/2014/main" id="{7FD61B6B-1F48-B3EF-18FA-24C800626940}"/>
              </a:ext>
            </a:extLst>
          </p:cNvPr>
          <p:cNvSpPr/>
          <p:nvPr/>
        </p:nvSpPr>
        <p:spPr>
          <a:xfrm>
            <a:off x="2247899" y="448237"/>
            <a:ext cx="7422776" cy="1057836"/>
          </a:xfrm>
          <a:prstGeom prst="downArrowCallou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Quire Sans" panose="020B0502040400020003" pitchFamily="34" charset="0"/>
                <a:cs typeface="Quire Sans" panose="020B0502040400020003" pitchFamily="34" charset="0"/>
              </a:rPr>
              <a:t>ERA DIGITAL</a:t>
            </a:r>
          </a:p>
        </p:txBody>
      </p:sp>
      <p:sp>
        <p:nvSpPr>
          <p:cNvPr id="3" name="Retângulo: Biselado 2">
            <a:extLst>
              <a:ext uri="{FF2B5EF4-FFF2-40B4-BE49-F238E27FC236}">
                <a16:creationId xmlns:a16="http://schemas.microsoft.com/office/drawing/2014/main" id="{F5453EF8-7A4A-A0D9-ACEA-7661C9538DE0}"/>
              </a:ext>
            </a:extLst>
          </p:cNvPr>
          <p:cNvSpPr/>
          <p:nvPr/>
        </p:nvSpPr>
        <p:spPr>
          <a:xfrm>
            <a:off x="826994" y="1685360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AUTOMAÇÃO</a:t>
            </a:r>
          </a:p>
        </p:txBody>
      </p:sp>
      <p:sp>
        <p:nvSpPr>
          <p:cNvPr id="4" name="Retângulo: Biselado 3">
            <a:extLst>
              <a:ext uri="{FF2B5EF4-FFF2-40B4-BE49-F238E27FC236}">
                <a16:creationId xmlns:a16="http://schemas.microsoft.com/office/drawing/2014/main" id="{6DE27857-B374-C835-386F-0B282EA6BF07}"/>
              </a:ext>
            </a:extLst>
          </p:cNvPr>
          <p:cNvSpPr/>
          <p:nvPr/>
        </p:nvSpPr>
        <p:spPr>
          <a:xfrm>
            <a:off x="2075327" y="2877665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INOVAÇÃO</a:t>
            </a:r>
          </a:p>
        </p:txBody>
      </p:sp>
      <p:sp>
        <p:nvSpPr>
          <p:cNvPr id="5" name="Retângulo: Biselado 4">
            <a:extLst>
              <a:ext uri="{FF2B5EF4-FFF2-40B4-BE49-F238E27FC236}">
                <a16:creationId xmlns:a16="http://schemas.microsoft.com/office/drawing/2014/main" id="{C549DC8D-65D7-D4A7-4BC3-C4A79C8DCCC9}"/>
              </a:ext>
            </a:extLst>
          </p:cNvPr>
          <p:cNvSpPr/>
          <p:nvPr/>
        </p:nvSpPr>
        <p:spPr>
          <a:xfrm>
            <a:off x="3227292" y="4069970"/>
            <a:ext cx="2288242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CONECTIVIDADE</a:t>
            </a:r>
          </a:p>
        </p:txBody>
      </p:sp>
      <p:sp>
        <p:nvSpPr>
          <p:cNvPr id="6" name="Retângulo: Biselado 5">
            <a:extLst>
              <a:ext uri="{FF2B5EF4-FFF2-40B4-BE49-F238E27FC236}">
                <a16:creationId xmlns:a16="http://schemas.microsoft.com/office/drawing/2014/main" id="{BCC5DD7C-2442-0BA3-5331-399436138C71}"/>
              </a:ext>
            </a:extLst>
          </p:cNvPr>
          <p:cNvSpPr/>
          <p:nvPr/>
        </p:nvSpPr>
        <p:spPr>
          <a:xfrm>
            <a:off x="4580964" y="5262275"/>
            <a:ext cx="2492189" cy="1147488"/>
          </a:xfrm>
          <a:prstGeom prst="bevel">
            <a:avLst/>
          </a:prstGeom>
          <a:solidFill>
            <a:schemeClr val="accent5">
              <a:lumMod val="50000"/>
            </a:schemeClr>
          </a:solidFill>
          <a:ln>
            <a:solidFill>
              <a:srgbClr val="92D05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PERSONALIZAÇÃO</a:t>
            </a:r>
          </a:p>
        </p:txBody>
      </p:sp>
      <p:sp>
        <p:nvSpPr>
          <p:cNvPr id="7" name="Retângulo: Biselado 6">
            <a:extLst>
              <a:ext uri="{FF2B5EF4-FFF2-40B4-BE49-F238E27FC236}">
                <a16:creationId xmlns:a16="http://schemas.microsoft.com/office/drawing/2014/main" id="{ADB8F013-FFB6-8DCC-94E4-064E57760069}"/>
              </a:ext>
            </a:extLst>
          </p:cNvPr>
          <p:cNvSpPr/>
          <p:nvPr/>
        </p:nvSpPr>
        <p:spPr>
          <a:xfrm>
            <a:off x="6174440" y="4069970"/>
            <a:ext cx="2350995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ESCALABILIDADE</a:t>
            </a:r>
          </a:p>
        </p:txBody>
      </p:sp>
      <p:sp>
        <p:nvSpPr>
          <p:cNvPr id="8" name="Retângulo: Biselado 7">
            <a:extLst>
              <a:ext uri="{FF2B5EF4-FFF2-40B4-BE49-F238E27FC236}">
                <a16:creationId xmlns:a16="http://schemas.microsoft.com/office/drawing/2014/main" id="{E3F4DDF2-1A1B-C51F-7CF5-CEDA046634DF}"/>
              </a:ext>
            </a:extLst>
          </p:cNvPr>
          <p:cNvSpPr/>
          <p:nvPr/>
        </p:nvSpPr>
        <p:spPr>
          <a:xfrm>
            <a:off x="7965142" y="2877665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ANÁLISE DE DADOS</a:t>
            </a:r>
          </a:p>
        </p:txBody>
      </p:sp>
      <p:sp>
        <p:nvSpPr>
          <p:cNvPr id="12" name="Retângulo: Biselado 11">
            <a:extLst>
              <a:ext uri="{FF2B5EF4-FFF2-40B4-BE49-F238E27FC236}">
                <a16:creationId xmlns:a16="http://schemas.microsoft.com/office/drawing/2014/main" id="{4AB4321A-D756-EEC9-A611-67254376DCDA}"/>
              </a:ext>
            </a:extLst>
          </p:cNvPr>
          <p:cNvSpPr/>
          <p:nvPr/>
        </p:nvSpPr>
        <p:spPr>
          <a:xfrm>
            <a:off x="9213475" y="1685360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ACESSO GLOBAL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683A2F-FC73-6A68-875C-65B2FC97969A}"/>
              </a:ext>
            </a:extLst>
          </p:cNvPr>
          <p:cNvSpPr txBox="1"/>
          <p:nvPr/>
        </p:nvSpPr>
        <p:spPr>
          <a:xfrm>
            <a:off x="7073153" y="5274580"/>
            <a:ext cx="50370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solidFill>
                  <a:schemeClr val="bg1"/>
                </a:solidFill>
              </a:rPr>
              <a:t>Soluções personalizadas de acordo com as necessidades específicas dos usuários e empresas, proporcionando uma experiência mais relevante e satisfatória.</a:t>
            </a:r>
          </a:p>
        </p:txBody>
      </p:sp>
    </p:spTree>
    <p:extLst>
      <p:ext uri="{BB962C8B-B14F-4D97-AF65-F5344CB8AC3E}">
        <p14:creationId xmlns:p14="http://schemas.microsoft.com/office/powerpoint/2010/main" val="4126331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BE8FD60-CEC4-4BEE-3AB9-4DCD884793E8}"/>
              </a:ext>
            </a:extLst>
          </p:cNvPr>
          <p:cNvSpPr/>
          <p:nvPr/>
        </p:nvSpPr>
        <p:spPr>
          <a:xfrm>
            <a:off x="4031948" y="1719844"/>
            <a:ext cx="3478166" cy="34183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Nos serviços de streaming, o </a:t>
            </a:r>
            <a:r>
              <a:rPr lang="pt-BR" sz="1600" b="1" dirty="0">
                <a:highlight>
                  <a:srgbClr val="C0C0C0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machine learning </a:t>
            </a:r>
            <a:r>
              <a:rPr lang="pt-BR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é usado principalmente na </a:t>
            </a:r>
            <a:r>
              <a:rPr lang="pt-BR" sz="1600" b="1" dirty="0">
                <a:solidFill>
                  <a:schemeClr val="tx2">
                    <a:lumMod val="10000"/>
                  </a:schemeClr>
                </a:solidFill>
                <a:highlight>
                  <a:srgbClr val="C0C0C0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personalização</a:t>
            </a:r>
            <a:r>
              <a:rPr lang="pt-BR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com algoritmos de recomendação.</a:t>
            </a:r>
          </a:p>
          <a:p>
            <a:endParaRPr lang="pt-BR" sz="1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Informação usada em modelos preditivos baseados no histórico de visualizações e nas avaliações dos usuários.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A18FFD7C-E2E6-C94C-7CD4-9CA2BF06D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-1"/>
            <a:ext cx="3067050" cy="1281953"/>
          </a:xfrm>
          <a:prstGeom prst="rect">
            <a:avLst/>
          </a:prstGeom>
        </p:spPr>
      </p:pic>
      <p:sp>
        <p:nvSpPr>
          <p:cNvPr id="4" name="Texto Explicativo: Seta para Baixo 3">
            <a:extLst>
              <a:ext uri="{FF2B5EF4-FFF2-40B4-BE49-F238E27FC236}">
                <a16:creationId xmlns:a16="http://schemas.microsoft.com/office/drawing/2014/main" id="{57C09727-D2D3-93D4-C8E7-29F065E14D3F}"/>
              </a:ext>
            </a:extLst>
          </p:cNvPr>
          <p:cNvSpPr/>
          <p:nvPr/>
        </p:nvSpPr>
        <p:spPr>
          <a:xfrm>
            <a:off x="3067051" y="520276"/>
            <a:ext cx="5407960" cy="753598"/>
          </a:xfrm>
          <a:prstGeom prst="downArrowCallou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C00000"/>
                </a:solidFill>
                <a:latin typeface="Quire Sans" panose="020B0502040400020003" pitchFamily="34" charset="0"/>
                <a:ea typeface="Open Sans" panose="020B0606030504020204" pitchFamily="34" charset="0"/>
                <a:cs typeface="Quire Sans" panose="020B0502040400020003" pitchFamily="34" charset="0"/>
              </a:rPr>
              <a:t>Machine Learning e Princípio da Personalização</a:t>
            </a:r>
          </a:p>
        </p:txBody>
      </p:sp>
    </p:spTree>
    <p:extLst>
      <p:ext uri="{BB962C8B-B14F-4D97-AF65-F5344CB8AC3E}">
        <p14:creationId xmlns:p14="http://schemas.microsoft.com/office/powerpoint/2010/main" val="1563493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Explicativo: Seta para Baixo 1">
            <a:extLst>
              <a:ext uri="{FF2B5EF4-FFF2-40B4-BE49-F238E27FC236}">
                <a16:creationId xmlns:a16="http://schemas.microsoft.com/office/drawing/2014/main" id="{7FD61B6B-1F48-B3EF-18FA-24C800626940}"/>
              </a:ext>
            </a:extLst>
          </p:cNvPr>
          <p:cNvSpPr/>
          <p:nvPr/>
        </p:nvSpPr>
        <p:spPr>
          <a:xfrm>
            <a:off x="2247899" y="448237"/>
            <a:ext cx="7422776" cy="1057836"/>
          </a:xfrm>
          <a:prstGeom prst="downArrowCallou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Quire Sans" panose="020B0502040400020003" pitchFamily="34" charset="0"/>
                <a:cs typeface="Quire Sans" panose="020B0502040400020003" pitchFamily="34" charset="0"/>
              </a:rPr>
              <a:t>ERA DIGITAL</a:t>
            </a:r>
          </a:p>
        </p:txBody>
      </p:sp>
      <p:sp>
        <p:nvSpPr>
          <p:cNvPr id="3" name="Retângulo: Biselado 2">
            <a:extLst>
              <a:ext uri="{FF2B5EF4-FFF2-40B4-BE49-F238E27FC236}">
                <a16:creationId xmlns:a16="http://schemas.microsoft.com/office/drawing/2014/main" id="{F5453EF8-7A4A-A0D9-ACEA-7661C9538DE0}"/>
              </a:ext>
            </a:extLst>
          </p:cNvPr>
          <p:cNvSpPr/>
          <p:nvPr/>
        </p:nvSpPr>
        <p:spPr>
          <a:xfrm>
            <a:off x="826994" y="1685360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AUTOMAÇÃO</a:t>
            </a:r>
          </a:p>
        </p:txBody>
      </p:sp>
      <p:sp>
        <p:nvSpPr>
          <p:cNvPr id="4" name="Retângulo: Biselado 3">
            <a:extLst>
              <a:ext uri="{FF2B5EF4-FFF2-40B4-BE49-F238E27FC236}">
                <a16:creationId xmlns:a16="http://schemas.microsoft.com/office/drawing/2014/main" id="{6DE27857-B374-C835-386F-0B282EA6BF07}"/>
              </a:ext>
            </a:extLst>
          </p:cNvPr>
          <p:cNvSpPr/>
          <p:nvPr/>
        </p:nvSpPr>
        <p:spPr>
          <a:xfrm>
            <a:off x="2075327" y="2877665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INOVAÇÃO</a:t>
            </a:r>
          </a:p>
        </p:txBody>
      </p:sp>
      <p:sp>
        <p:nvSpPr>
          <p:cNvPr id="5" name="Retângulo: Biselado 4">
            <a:extLst>
              <a:ext uri="{FF2B5EF4-FFF2-40B4-BE49-F238E27FC236}">
                <a16:creationId xmlns:a16="http://schemas.microsoft.com/office/drawing/2014/main" id="{C549DC8D-65D7-D4A7-4BC3-C4A79C8DCCC9}"/>
              </a:ext>
            </a:extLst>
          </p:cNvPr>
          <p:cNvSpPr/>
          <p:nvPr/>
        </p:nvSpPr>
        <p:spPr>
          <a:xfrm>
            <a:off x="3227292" y="4069970"/>
            <a:ext cx="2288242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CONECTIVIDADE</a:t>
            </a:r>
          </a:p>
        </p:txBody>
      </p:sp>
      <p:sp>
        <p:nvSpPr>
          <p:cNvPr id="6" name="Retângulo: Biselado 5">
            <a:extLst>
              <a:ext uri="{FF2B5EF4-FFF2-40B4-BE49-F238E27FC236}">
                <a16:creationId xmlns:a16="http://schemas.microsoft.com/office/drawing/2014/main" id="{BCC5DD7C-2442-0BA3-5331-399436138C71}"/>
              </a:ext>
            </a:extLst>
          </p:cNvPr>
          <p:cNvSpPr/>
          <p:nvPr/>
        </p:nvSpPr>
        <p:spPr>
          <a:xfrm>
            <a:off x="4580964" y="5262275"/>
            <a:ext cx="2492189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PERSONALIZAÇÃO</a:t>
            </a:r>
          </a:p>
        </p:txBody>
      </p:sp>
      <p:sp>
        <p:nvSpPr>
          <p:cNvPr id="7" name="Retângulo: Biselado 6">
            <a:extLst>
              <a:ext uri="{FF2B5EF4-FFF2-40B4-BE49-F238E27FC236}">
                <a16:creationId xmlns:a16="http://schemas.microsoft.com/office/drawing/2014/main" id="{ADB8F013-FFB6-8DCC-94E4-064E57760069}"/>
              </a:ext>
            </a:extLst>
          </p:cNvPr>
          <p:cNvSpPr/>
          <p:nvPr/>
        </p:nvSpPr>
        <p:spPr>
          <a:xfrm>
            <a:off x="6174440" y="4069970"/>
            <a:ext cx="2350995" cy="1147488"/>
          </a:xfrm>
          <a:prstGeom prst="bevel">
            <a:avLst/>
          </a:prstGeom>
          <a:solidFill>
            <a:schemeClr val="accent5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ESCALABILIDADE</a:t>
            </a:r>
          </a:p>
        </p:txBody>
      </p:sp>
      <p:sp>
        <p:nvSpPr>
          <p:cNvPr id="8" name="Retângulo: Biselado 7">
            <a:extLst>
              <a:ext uri="{FF2B5EF4-FFF2-40B4-BE49-F238E27FC236}">
                <a16:creationId xmlns:a16="http://schemas.microsoft.com/office/drawing/2014/main" id="{E3F4DDF2-1A1B-C51F-7CF5-CEDA046634DF}"/>
              </a:ext>
            </a:extLst>
          </p:cNvPr>
          <p:cNvSpPr/>
          <p:nvPr/>
        </p:nvSpPr>
        <p:spPr>
          <a:xfrm>
            <a:off x="7965142" y="2877665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ANÁLISE DE DADOS</a:t>
            </a:r>
          </a:p>
        </p:txBody>
      </p:sp>
      <p:sp>
        <p:nvSpPr>
          <p:cNvPr id="12" name="Retângulo: Biselado 11">
            <a:extLst>
              <a:ext uri="{FF2B5EF4-FFF2-40B4-BE49-F238E27FC236}">
                <a16:creationId xmlns:a16="http://schemas.microsoft.com/office/drawing/2014/main" id="{4AB4321A-D756-EEC9-A611-67254376DCDA}"/>
              </a:ext>
            </a:extLst>
          </p:cNvPr>
          <p:cNvSpPr/>
          <p:nvPr/>
        </p:nvSpPr>
        <p:spPr>
          <a:xfrm>
            <a:off x="9213475" y="1685360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ACESSO GLOBAL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683A2F-FC73-6A68-875C-65B2FC97969A}"/>
              </a:ext>
            </a:extLst>
          </p:cNvPr>
          <p:cNvSpPr txBox="1"/>
          <p:nvPr/>
        </p:nvSpPr>
        <p:spPr>
          <a:xfrm>
            <a:off x="3299571" y="1550890"/>
            <a:ext cx="5592858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Os sistemas de software podem ser dimensionados conforme necessário para atender a demandas crescentes, possibilitando que empresas expandam seus negócios sem grandes investimentos em infraestrutura física.</a:t>
            </a:r>
          </a:p>
        </p:txBody>
      </p:sp>
    </p:spTree>
    <p:extLst>
      <p:ext uri="{BB962C8B-B14F-4D97-AF65-F5344CB8AC3E}">
        <p14:creationId xmlns:p14="http://schemas.microsoft.com/office/powerpoint/2010/main" val="2715016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Explicativo: Seta para Baixo 1">
            <a:extLst>
              <a:ext uri="{FF2B5EF4-FFF2-40B4-BE49-F238E27FC236}">
                <a16:creationId xmlns:a16="http://schemas.microsoft.com/office/drawing/2014/main" id="{7FD61B6B-1F48-B3EF-18FA-24C800626940}"/>
              </a:ext>
            </a:extLst>
          </p:cNvPr>
          <p:cNvSpPr/>
          <p:nvPr/>
        </p:nvSpPr>
        <p:spPr>
          <a:xfrm>
            <a:off x="2247899" y="448237"/>
            <a:ext cx="7422776" cy="1057836"/>
          </a:xfrm>
          <a:prstGeom prst="downArrowCallou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Quire Sans" panose="020B0502040400020003" pitchFamily="34" charset="0"/>
                <a:cs typeface="Quire Sans" panose="020B0502040400020003" pitchFamily="34" charset="0"/>
              </a:rPr>
              <a:t>ERA DIGITAL</a:t>
            </a:r>
          </a:p>
        </p:txBody>
      </p:sp>
      <p:sp>
        <p:nvSpPr>
          <p:cNvPr id="3" name="Retângulo: Biselado 2">
            <a:extLst>
              <a:ext uri="{FF2B5EF4-FFF2-40B4-BE49-F238E27FC236}">
                <a16:creationId xmlns:a16="http://schemas.microsoft.com/office/drawing/2014/main" id="{F5453EF8-7A4A-A0D9-ACEA-7661C9538DE0}"/>
              </a:ext>
            </a:extLst>
          </p:cNvPr>
          <p:cNvSpPr/>
          <p:nvPr/>
        </p:nvSpPr>
        <p:spPr>
          <a:xfrm>
            <a:off x="826994" y="1685360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AUTOMAÇÃO</a:t>
            </a:r>
          </a:p>
        </p:txBody>
      </p:sp>
      <p:sp>
        <p:nvSpPr>
          <p:cNvPr id="4" name="Retângulo: Biselado 3">
            <a:extLst>
              <a:ext uri="{FF2B5EF4-FFF2-40B4-BE49-F238E27FC236}">
                <a16:creationId xmlns:a16="http://schemas.microsoft.com/office/drawing/2014/main" id="{6DE27857-B374-C835-386F-0B282EA6BF07}"/>
              </a:ext>
            </a:extLst>
          </p:cNvPr>
          <p:cNvSpPr/>
          <p:nvPr/>
        </p:nvSpPr>
        <p:spPr>
          <a:xfrm>
            <a:off x="2075327" y="2877665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INOVAÇÃO</a:t>
            </a:r>
          </a:p>
        </p:txBody>
      </p:sp>
      <p:sp>
        <p:nvSpPr>
          <p:cNvPr id="5" name="Retângulo: Biselado 4">
            <a:extLst>
              <a:ext uri="{FF2B5EF4-FFF2-40B4-BE49-F238E27FC236}">
                <a16:creationId xmlns:a16="http://schemas.microsoft.com/office/drawing/2014/main" id="{C549DC8D-65D7-D4A7-4BC3-C4A79C8DCCC9}"/>
              </a:ext>
            </a:extLst>
          </p:cNvPr>
          <p:cNvSpPr/>
          <p:nvPr/>
        </p:nvSpPr>
        <p:spPr>
          <a:xfrm>
            <a:off x="3227292" y="4069970"/>
            <a:ext cx="2288242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CONECTIVIDADE</a:t>
            </a:r>
          </a:p>
        </p:txBody>
      </p:sp>
      <p:sp>
        <p:nvSpPr>
          <p:cNvPr id="6" name="Retângulo: Biselado 5">
            <a:extLst>
              <a:ext uri="{FF2B5EF4-FFF2-40B4-BE49-F238E27FC236}">
                <a16:creationId xmlns:a16="http://schemas.microsoft.com/office/drawing/2014/main" id="{BCC5DD7C-2442-0BA3-5331-399436138C71}"/>
              </a:ext>
            </a:extLst>
          </p:cNvPr>
          <p:cNvSpPr/>
          <p:nvPr/>
        </p:nvSpPr>
        <p:spPr>
          <a:xfrm>
            <a:off x="4580964" y="5262275"/>
            <a:ext cx="2492189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PERSONALIZAÇÃO</a:t>
            </a:r>
          </a:p>
        </p:txBody>
      </p:sp>
      <p:sp>
        <p:nvSpPr>
          <p:cNvPr id="7" name="Retângulo: Biselado 6">
            <a:extLst>
              <a:ext uri="{FF2B5EF4-FFF2-40B4-BE49-F238E27FC236}">
                <a16:creationId xmlns:a16="http://schemas.microsoft.com/office/drawing/2014/main" id="{ADB8F013-FFB6-8DCC-94E4-064E57760069}"/>
              </a:ext>
            </a:extLst>
          </p:cNvPr>
          <p:cNvSpPr/>
          <p:nvPr/>
        </p:nvSpPr>
        <p:spPr>
          <a:xfrm>
            <a:off x="6174440" y="4069970"/>
            <a:ext cx="2350995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ESCALABILIDADE</a:t>
            </a:r>
          </a:p>
        </p:txBody>
      </p:sp>
      <p:sp>
        <p:nvSpPr>
          <p:cNvPr id="8" name="Retângulo: Biselado 7">
            <a:extLst>
              <a:ext uri="{FF2B5EF4-FFF2-40B4-BE49-F238E27FC236}">
                <a16:creationId xmlns:a16="http://schemas.microsoft.com/office/drawing/2014/main" id="{E3F4DDF2-1A1B-C51F-7CF5-CEDA046634DF}"/>
              </a:ext>
            </a:extLst>
          </p:cNvPr>
          <p:cNvSpPr/>
          <p:nvPr/>
        </p:nvSpPr>
        <p:spPr>
          <a:xfrm>
            <a:off x="7965142" y="2877665"/>
            <a:ext cx="2151531" cy="1147488"/>
          </a:xfrm>
          <a:prstGeom prst="bevel">
            <a:avLst/>
          </a:prstGeom>
          <a:solidFill>
            <a:schemeClr val="accent5">
              <a:lumMod val="50000"/>
            </a:schemeClr>
          </a:solidFill>
          <a:ln>
            <a:solidFill>
              <a:srgbClr val="92D05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ANÁLISE DE DADOS</a:t>
            </a:r>
          </a:p>
        </p:txBody>
      </p:sp>
      <p:sp>
        <p:nvSpPr>
          <p:cNvPr id="12" name="Retângulo: Biselado 11">
            <a:extLst>
              <a:ext uri="{FF2B5EF4-FFF2-40B4-BE49-F238E27FC236}">
                <a16:creationId xmlns:a16="http://schemas.microsoft.com/office/drawing/2014/main" id="{4AB4321A-D756-EEC9-A611-67254376DCDA}"/>
              </a:ext>
            </a:extLst>
          </p:cNvPr>
          <p:cNvSpPr/>
          <p:nvPr/>
        </p:nvSpPr>
        <p:spPr>
          <a:xfrm>
            <a:off x="9211234" y="1685360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ACESSO GLOBAL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683A2F-FC73-6A68-875C-65B2FC97969A}"/>
              </a:ext>
            </a:extLst>
          </p:cNvPr>
          <p:cNvSpPr txBox="1"/>
          <p:nvPr/>
        </p:nvSpPr>
        <p:spPr>
          <a:xfrm>
            <a:off x="3227292" y="1757077"/>
            <a:ext cx="55928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O software permite a </a:t>
            </a:r>
            <a:r>
              <a:rPr lang="pt-BR" b="1" dirty="0">
                <a:solidFill>
                  <a:schemeClr val="bg1"/>
                </a:solidFill>
                <a:highlight>
                  <a:srgbClr val="C0C0C0"/>
                </a:highlight>
              </a:rPr>
              <a:t>coleta, análise e interpretação de grandes volumes de dados</a:t>
            </a:r>
            <a:r>
              <a:rPr lang="pt-BR" b="1" dirty="0">
                <a:solidFill>
                  <a:schemeClr val="bg1"/>
                </a:solidFill>
              </a:rPr>
              <a:t>, fornecendo insights valiosos para tomada de decisões estratégicas e melhoria contínua dos processos.</a:t>
            </a:r>
          </a:p>
        </p:txBody>
      </p:sp>
    </p:spTree>
    <p:extLst>
      <p:ext uri="{BB962C8B-B14F-4D97-AF65-F5344CB8AC3E}">
        <p14:creationId xmlns:p14="http://schemas.microsoft.com/office/powerpoint/2010/main" val="1780413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Explicativo: Seta para Baixo 1">
            <a:extLst>
              <a:ext uri="{FF2B5EF4-FFF2-40B4-BE49-F238E27FC236}">
                <a16:creationId xmlns:a16="http://schemas.microsoft.com/office/drawing/2014/main" id="{7FD61B6B-1F48-B3EF-18FA-24C800626940}"/>
              </a:ext>
            </a:extLst>
          </p:cNvPr>
          <p:cNvSpPr/>
          <p:nvPr/>
        </p:nvSpPr>
        <p:spPr>
          <a:xfrm>
            <a:off x="2247899" y="448237"/>
            <a:ext cx="7422776" cy="1057836"/>
          </a:xfrm>
          <a:prstGeom prst="downArrowCallou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Quire Sans" panose="020B0502040400020003" pitchFamily="34" charset="0"/>
                <a:cs typeface="Quire Sans" panose="020B0502040400020003" pitchFamily="34" charset="0"/>
              </a:rPr>
              <a:t>ERA DIGITAL</a:t>
            </a:r>
          </a:p>
        </p:txBody>
      </p:sp>
      <p:sp>
        <p:nvSpPr>
          <p:cNvPr id="3" name="Retângulo: Biselado 2">
            <a:extLst>
              <a:ext uri="{FF2B5EF4-FFF2-40B4-BE49-F238E27FC236}">
                <a16:creationId xmlns:a16="http://schemas.microsoft.com/office/drawing/2014/main" id="{F5453EF8-7A4A-A0D9-ACEA-7661C9538DE0}"/>
              </a:ext>
            </a:extLst>
          </p:cNvPr>
          <p:cNvSpPr/>
          <p:nvPr/>
        </p:nvSpPr>
        <p:spPr>
          <a:xfrm>
            <a:off x="826994" y="1685360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AUTOMAÇÃO</a:t>
            </a:r>
          </a:p>
        </p:txBody>
      </p:sp>
      <p:sp>
        <p:nvSpPr>
          <p:cNvPr id="4" name="Retângulo: Biselado 3">
            <a:extLst>
              <a:ext uri="{FF2B5EF4-FFF2-40B4-BE49-F238E27FC236}">
                <a16:creationId xmlns:a16="http://schemas.microsoft.com/office/drawing/2014/main" id="{6DE27857-B374-C835-386F-0B282EA6BF07}"/>
              </a:ext>
            </a:extLst>
          </p:cNvPr>
          <p:cNvSpPr/>
          <p:nvPr/>
        </p:nvSpPr>
        <p:spPr>
          <a:xfrm>
            <a:off x="2075327" y="2877665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INOVAÇÃO</a:t>
            </a:r>
          </a:p>
        </p:txBody>
      </p:sp>
      <p:sp>
        <p:nvSpPr>
          <p:cNvPr id="5" name="Retângulo: Biselado 4">
            <a:extLst>
              <a:ext uri="{FF2B5EF4-FFF2-40B4-BE49-F238E27FC236}">
                <a16:creationId xmlns:a16="http://schemas.microsoft.com/office/drawing/2014/main" id="{C549DC8D-65D7-D4A7-4BC3-C4A79C8DCCC9}"/>
              </a:ext>
            </a:extLst>
          </p:cNvPr>
          <p:cNvSpPr/>
          <p:nvPr/>
        </p:nvSpPr>
        <p:spPr>
          <a:xfrm>
            <a:off x="3227292" y="4069970"/>
            <a:ext cx="2288242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CONECTIVIDADE</a:t>
            </a:r>
          </a:p>
        </p:txBody>
      </p:sp>
      <p:sp>
        <p:nvSpPr>
          <p:cNvPr id="6" name="Retângulo: Biselado 5">
            <a:extLst>
              <a:ext uri="{FF2B5EF4-FFF2-40B4-BE49-F238E27FC236}">
                <a16:creationId xmlns:a16="http://schemas.microsoft.com/office/drawing/2014/main" id="{BCC5DD7C-2442-0BA3-5331-399436138C71}"/>
              </a:ext>
            </a:extLst>
          </p:cNvPr>
          <p:cNvSpPr/>
          <p:nvPr/>
        </p:nvSpPr>
        <p:spPr>
          <a:xfrm>
            <a:off x="4580964" y="5262275"/>
            <a:ext cx="2492189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PERSONALIZAÇÃO</a:t>
            </a:r>
          </a:p>
        </p:txBody>
      </p:sp>
      <p:sp>
        <p:nvSpPr>
          <p:cNvPr id="7" name="Retângulo: Biselado 6">
            <a:extLst>
              <a:ext uri="{FF2B5EF4-FFF2-40B4-BE49-F238E27FC236}">
                <a16:creationId xmlns:a16="http://schemas.microsoft.com/office/drawing/2014/main" id="{ADB8F013-FFB6-8DCC-94E4-064E57760069}"/>
              </a:ext>
            </a:extLst>
          </p:cNvPr>
          <p:cNvSpPr/>
          <p:nvPr/>
        </p:nvSpPr>
        <p:spPr>
          <a:xfrm>
            <a:off x="6174440" y="4069970"/>
            <a:ext cx="2350995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ESCALABILIDADE</a:t>
            </a:r>
          </a:p>
        </p:txBody>
      </p:sp>
      <p:sp>
        <p:nvSpPr>
          <p:cNvPr id="8" name="Retângulo: Biselado 7">
            <a:extLst>
              <a:ext uri="{FF2B5EF4-FFF2-40B4-BE49-F238E27FC236}">
                <a16:creationId xmlns:a16="http://schemas.microsoft.com/office/drawing/2014/main" id="{E3F4DDF2-1A1B-C51F-7CF5-CEDA046634DF}"/>
              </a:ext>
            </a:extLst>
          </p:cNvPr>
          <p:cNvSpPr/>
          <p:nvPr/>
        </p:nvSpPr>
        <p:spPr>
          <a:xfrm>
            <a:off x="7965142" y="2877665"/>
            <a:ext cx="2151531" cy="1147488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ANÁLISE DE DADOS</a:t>
            </a:r>
          </a:p>
        </p:txBody>
      </p:sp>
      <p:sp>
        <p:nvSpPr>
          <p:cNvPr id="12" name="Retângulo: Biselado 11">
            <a:extLst>
              <a:ext uri="{FF2B5EF4-FFF2-40B4-BE49-F238E27FC236}">
                <a16:creationId xmlns:a16="http://schemas.microsoft.com/office/drawing/2014/main" id="{4AB4321A-D756-EEC9-A611-67254376DCDA}"/>
              </a:ext>
            </a:extLst>
          </p:cNvPr>
          <p:cNvSpPr/>
          <p:nvPr/>
        </p:nvSpPr>
        <p:spPr>
          <a:xfrm>
            <a:off x="9213475" y="1685360"/>
            <a:ext cx="2151531" cy="1147488"/>
          </a:xfrm>
          <a:prstGeom prst="bevel">
            <a:avLst/>
          </a:prstGeom>
          <a:solidFill>
            <a:schemeClr val="accent5">
              <a:lumMod val="50000"/>
            </a:schemeClr>
          </a:solidFill>
          <a:ln>
            <a:solidFill>
              <a:srgbClr val="92D05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Congenial SemiBold" panose="02000503040000020004" pitchFamily="2" charset="0"/>
                <a:cs typeface="Quire Sans" panose="020B0502040400020003" pitchFamily="34" charset="0"/>
              </a:rPr>
              <a:t>ACESSO GLOBAL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683A2F-FC73-6A68-875C-65B2FC97969A}"/>
              </a:ext>
            </a:extLst>
          </p:cNvPr>
          <p:cNvSpPr txBox="1"/>
          <p:nvPr/>
        </p:nvSpPr>
        <p:spPr>
          <a:xfrm>
            <a:off x="3227292" y="1757077"/>
            <a:ext cx="55928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O software pode ser facilmente acessado e utilizado em qualquer lugar do mundo, permitindo que empresas alcancem um público global sem as limitações geográficas</a:t>
            </a:r>
          </a:p>
        </p:txBody>
      </p:sp>
    </p:spTree>
    <p:extLst>
      <p:ext uri="{BB962C8B-B14F-4D97-AF65-F5344CB8AC3E}">
        <p14:creationId xmlns:p14="http://schemas.microsoft.com/office/powerpoint/2010/main" val="4249153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8BA90E-9BF2-DB3D-CC4D-6C08886A1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11" y="2560417"/>
            <a:ext cx="5831053" cy="2963200"/>
          </a:xfrm>
        </p:spPr>
        <p:txBody>
          <a:bodyPr anchor="b"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pt-BR" sz="5400" dirty="0">
                <a:latin typeface="Quire Sans" panose="020B0502040400020003" pitchFamily="34" charset="0"/>
                <a:cs typeface="Quire Sans" panose="020B0502040400020003" pitchFamily="34" charset="0"/>
              </a:rPr>
              <a:t>Ciclo de </a:t>
            </a:r>
            <a:r>
              <a:rPr lang="pt-BR" sz="5400" dirty="0">
                <a:highlight>
                  <a:srgbClr val="FF0000"/>
                </a:highlight>
                <a:latin typeface="Quire Sans" panose="020B0502040400020003" pitchFamily="34" charset="0"/>
                <a:cs typeface="Quire Sans" panose="020B0502040400020003" pitchFamily="34" charset="0"/>
              </a:rPr>
              <a:t>vida</a:t>
            </a:r>
            <a:br>
              <a:rPr lang="pt-BR" sz="4800" dirty="0">
                <a:latin typeface="Quire Sans" panose="020B0502040400020003" pitchFamily="34" charset="0"/>
                <a:cs typeface="Quire Sans" panose="020B0502040400020003" pitchFamily="34" charset="0"/>
              </a:rPr>
            </a:br>
            <a:endParaRPr lang="pt-BR" sz="4800" dirty="0">
              <a:highlight>
                <a:srgbClr val="FF0000"/>
              </a:highlight>
              <a:latin typeface="Quire Sans" panose="020B0502040400020003" pitchFamily="34" charset="0"/>
              <a:cs typeface="Quire Sans" panose="020B05020404000200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58443E-B333-44F4-8D49-1EAB1C1A4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50256" y="596822"/>
            <a:ext cx="4833901" cy="56538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3427" y="115962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Picture 3" descr="Um conceito abstrato da genética">
            <a:extLst>
              <a:ext uri="{FF2B5EF4-FFF2-40B4-BE49-F238E27FC236}">
                <a16:creationId xmlns:a16="http://schemas.microsoft.com/office/drawing/2014/main" id="{45B0FC60-1415-BC9E-0476-58D23AB32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426" y="1022352"/>
            <a:ext cx="2387561" cy="2387561"/>
          </a:xfrm>
          <a:prstGeom prst="rect">
            <a:avLst/>
          </a:prstGeom>
        </p:spPr>
      </p:pic>
      <p:sp>
        <p:nvSpPr>
          <p:cNvPr id="21" name="Graphic 212">
            <a:extLst>
              <a:ext uri="{FF2B5EF4-FFF2-40B4-BE49-F238E27FC236}">
                <a16:creationId xmlns:a16="http://schemas.microsoft.com/office/drawing/2014/main" id="{A0569933-2A1F-487D-A657-990AFACA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2309" y="810623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3" name="Graphic 212">
            <a:extLst>
              <a:ext uri="{FF2B5EF4-FFF2-40B4-BE49-F238E27FC236}">
                <a16:creationId xmlns:a16="http://schemas.microsoft.com/office/drawing/2014/main" id="{41A44955-0622-4C9F-BFD2-55277314E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2309" y="810623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6BF5730-CE16-498B-B11C-000E7F587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5475" y="5416520"/>
            <a:ext cx="419129" cy="41912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3284B67-6F50-4C2E-904F-005438145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5475" y="5416520"/>
            <a:ext cx="419129" cy="419129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Um conceito abstrato da genética">
            <a:extLst>
              <a:ext uri="{FF2B5EF4-FFF2-40B4-BE49-F238E27FC236}">
                <a16:creationId xmlns:a16="http://schemas.microsoft.com/office/drawing/2014/main" id="{5DC0D197-8E9E-F9E4-8244-864E64806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601" y="3546437"/>
            <a:ext cx="2289211" cy="2289211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1928682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Explicativo: Seta para Baixo 1">
            <a:extLst>
              <a:ext uri="{FF2B5EF4-FFF2-40B4-BE49-F238E27FC236}">
                <a16:creationId xmlns:a16="http://schemas.microsoft.com/office/drawing/2014/main" id="{7FD61B6B-1F48-B3EF-18FA-24C800626940}"/>
              </a:ext>
            </a:extLst>
          </p:cNvPr>
          <p:cNvSpPr/>
          <p:nvPr/>
        </p:nvSpPr>
        <p:spPr>
          <a:xfrm>
            <a:off x="2463052" y="439271"/>
            <a:ext cx="7422776" cy="1057836"/>
          </a:xfrm>
          <a:prstGeom prst="downArrowCallou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00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Quire Sans" panose="020B0502040400020003" pitchFamily="34" charset="0"/>
                <a:cs typeface="Quire Sans" panose="020B0502040400020003" pitchFamily="34" charset="0"/>
              </a:rPr>
              <a:t>CICLO DE VIDA DO SOFTWARE</a:t>
            </a:r>
          </a:p>
        </p:txBody>
      </p:sp>
      <p:sp>
        <p:nvSpPr>
          <p:cNvPr id="3" name="Retângulo: Biselado 2">
            <a:extLst>
              <a:ext uri="{FF2B5EF4-FFF2-40B4-BE49-F238E27FC236}">
                <a16:creationId xmlns:a16="http://schemas.microsoft.com/office/drawing/2014/main" id="{F5453EF8-7A4A-A0D9-ACEA-7661C9538DE0}"/>
              </a:ext>
            </a:extLst>
          </p:cNvPr>
          <p:cNvSpPr/>
          <p:nvPr/>
        </p:nvSpPr>
        <p:spPr>
          <a:xfrm>
            <a:off x="560654" y="1331258"/>
            <a:ext cx="2545976" cy="802342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/>
                </a:solidFill>
                <a:latin typeface="Quire Sans" panose="020B0502040400020003" pitchFamily="34" charset="0"/>
                <a:cs typeface="Quire Sans" panose="020B0502040400020003" pitchFamily="34" charset="0"/>
              </a:rPr>
              <a:t>REQUISITOS</a:t>
            </a:r>
          </a:p>
        </p:txBody>
      </p:sp>
      <p:sp>
        <p:nvSpPr>
          <p:cNvPr id="9" name="Heptágono 8">
            <a:extLst>
              <a:ext uri="{FF2B5EF4-FFF2-40B4-BE49-F238E27FC236}">
                <a16:creationId xmlns:a16="http://schemas.microsoft.com/office/drawing/2014/main" id="{E7A62E1F-3CC0-E0B4-7BF8-1151451AA22F}"/>
              </a:ext>
            </a:extLst>
          </p:cNvPr>
          <p:cNvSpPr/>
          <p:nvPr/>
        </p:nvSpPr>
        <p:spPr>
          <a:xfrm>
            <a:off x="351503" y="2257898"/>
            <a:ext cx="605841" cy="567186"/>
          </a:xfrm>
          <a:prstGeom prst="heptagon">
            <a:avLst/>
          </a:prstGeom>
          <a:ln w="34925">
            <a:solidFill>
              <a:srgbClr val="FFFF00"/>
            </a:solidFill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obliqueTopLef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1</a:t>
            </a:r>
          </a:p>
        </p:txBody>
      </p:sp>
      <p:sp>
        <p:nvSpPr>
          <p:cNvPr id="10" name="Heptágono 9">
            <a:extLst>
              <a:ext uri="{FF2B5EF4-FFF2-40B4-BE49-F238E27FC236}">
                <a16:creationId xmlns:a16="http://schemas.microsoft.com/office/drawing/2014/main" id="{4B8BA557-CCE1-543C-628A-116E88D87BDF}"/>
              </a:ext>
            </a:extLst>
          </p:cNvPr>
          <p:cNvSpPr/>
          <p:nvPr/>
        </p:nvSpPr>
        <p:spPr>
          <a:xfrm>
            <a:off x="1745875" y="3025587"/>
            <a:ext cx="605841" cy="567186"/>
          </a:xfrm>
          <a:prstGeom prst="heptagon">
            <a:avLst/>
          </a:prstGeom>
          <a:ln w="34925">
            <a:solidFill>
              <a:srgbClr val="FFFF00"/>
            </a:solidFill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obliqueTopLef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2</a:t>
            </a:r>
          </a:p>
        </p:txBody>
      </p:sp>
      <p:sp>
        <p:nvSpPr>
          <p:cNvPr id="11" name="Heptágono 10">
            <a:extLst>
              <a:ext uri="{FF2B5EF4-FFF2-40B4-BE49-F238E27FC236}">
                <a16:creationId xmlns:a16="http://schemas.microsoft.com/office/drawing/2014/main" id="{E8273318-A060-166B-6F06-2672C8F273D5}"/>
              </a:ext>
            </a:extLst>
          </p:cNvPr>
          <p:cNvSpPr/>
          <p:nvPr/>
        </p:nvSpPr>
        <p:spPr>
          <a:xfrm>
            <a:off x="3435939" y="3780518"/>
            <a:ext cx="605841" cy="567186"/>
          </a:xfrm>
          <a:prstGeom prst="heptagon">
            <a:avLst/>
          </a:prstGeom>
          <a:ln w="34925">
            <a:solidFill>
              <a:srgbClr val="FFFF00"/>
            </a:solidFill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obliqueTopLef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3</a:t>
            </a:r>
          </a:p>
        </p:txBody>
      </p:sp>
      <p:sp>
        <p:nvSpPr>
          <p:cNvPr id="13" name="Heptágono 12">
            <a:extLst>
              <a:ext uri="{FF2B5EF4-FFF2-40B4-BE49-F238E27FC236}">
                <a16:creationId xmlns:a16="http://schemas.microsoft.com/office/drawing/2014/main" id="{7D4C7EEB-A53D-7365-7009-03EA3B58DA8F}"/>
              </a:ext>
            </a:extLst>
          </p:cNvPr>
          <p:cNvSpPr/>
          <p:nvPr/>
        </p:nvSpPr>
        <p:spPr>
          <a:xfrm>
            <a:off x="4901452" y="4609924"/>
            <a:ext cx="605841" cy="567186"/>
          </a:xfrm>
          <a:prstGeom prst="heptagon">
            <a:avLst/>
          </a:prstGeom>
          <a:ln w="34925">
            <a:solidFill>
              <a:srgbClr val="FFFF00"/>
            </a:solidFill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obliqueTopLef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4</a:t>
            </a:r>
          </a:p>
        </p:txBody>
      </p:sp>
      <p:sp>
        <p:nvSpPr>
          <p:cNvPr id="7" name="Retângulo: Biselado 6">
            <a:extLst>
              <a:ext uri="{FF2B5EF4-FFF2-40B4-BE49-F238E27FC236}">
                <a16:creationId xmlns:a16="http://schemas.microsoft.com/office/drawing/2014/main" id="{65283250-46BE-E89B-D9CD-60D4EEAE853E}"/>
              </a:ext>
            </a:extLst>
          </p:cNvPr>
          <p:cNvSpPr/>
          <p:nvPr/>
        </p:nvSpPr>
        <p:spPr>
          <a:xfrm>
            <a:off x="2048796" y="2140320"/>
            <a:ext cx="2545976" cy="802342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/>
                </a:solidFill>
                <a:latin typeface="Quire Sans" panose="020B0502040400020003" pitchFamily="34" charset="0"/>
                <a:cs typeface="Quire Sans" panose="020B0502040400020003" pitchFamily="34" charset="0"/>
              </a:rPr>
              <a:t>ANÁLISE</a:t>
            </a:r>
          </a:p>
        </p:txBody>
      </p:sp>
      <p:sp>
        <p:nvSpPr>
          <p:cNvPr id="8" name="Retângulo: Biselado 7">
            <a:extLst>
              <a:ext uri="{FF2B5EF4-FFF2-40B4-BE49-F238E27FC236}">
                <a16:creationId xmlns:a16="http://schemas.microsoft.com/office/drawing/2014/main" id="{07C87627-C08B-3291-34A8-832866E2EC0A}"/>
              </a:ext>
            </a:extLst>
          </p:cNvPr>
          <p:cNvSpPr/>
          <p:nvPr/>
        </p:nvSpPr>
        <p:spPr>
          <a:xfrm>
            <a:off x="3628464" y="2923526"/>
            <a:ext cx="2545976" cy="802342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/>
                </a:solidFill>
                <a:latin typeface="Quire Sans" panose="020B0502040400020003" pitchFamily="34" charset="0"/>
                <a:cs typeface="Quire Sans" panose="020B0502040400020003" pitchFamily="34" charset="0"/>
              </a:rPr>
              <a:t>DESIGN</a:t>
            </a:r>
          </a:p>
        </p:txBody>
      </p:sp>
      <p:sp>
        <p:nvSpPr>
          <p:cNvPr id="12" name="Retângulo: Biselado 11">
            <a:extLst>
              <a:ext uri="{FF2B5EF4-FFF2-40B4-BE49-F238E27FC236}">
                <a16:creationId xmlns:a16="http://schemas.microsoft.com/office/drawing/2014/main" id="{B99340CE-D17B-2951-323B-07EE7118AC1E}"/>
              </a:ext>
            </a:extLst>
          </p:cNvPr>
          <p:cNvSpPr/>
          <p:nvPr/>
        </p:nvSpPr>
        <p:spPr>
          <a:xfrm>
            <a:off x="5060936" y="3725868"/>
            <a:ext cx="2545976" cy="802342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/>
                </a:solidFill>
                <a:latin typeface="Quire Sans" panose="020B0502040400020003" pitchFamily="34" charset="0"/>
                <a:cs typeface="Quire Sans" panose="020B0502040400020003" pitchFamily="34" charset="0"/>
              </a:rPr>
              <a:t>TESTES</a:t>
            </a:r>
          </a:p>
        </p:txBody>
      </p:sp>
      <p:sp>
        <p:nvSpPr>
          <p:cNvPr id="14" name="Retângulo: Biselado 13">
            <a:extLst>
              <a:ext uri="{FF2B5EF4-FFF2-40B4-BE49-F238E27FC236}">
                <a16:creationId xmlns:a16="http://schemas.microsoft.com/office/drawing/2014/main" id="{7B2712FB-F855-A32D-7438-EB499FED8AD7}"/>
              </a:ext>
            </a:extLst>
          </p:cNvPr>
          <p:cNvSpPr/>
          <p:nvPr/>
        </p:nvSpPr>
        <p:spPr>
          <a:xfrm>
            <a:off x="6645090" y="4528210"/>
            <a:ext cx="2545976" cy="802342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/>
                </a:solidFill>
                <a:latin typeface="Quire Sans" panose="020B0502040400020003" pitchFamily="34" charset="0"/>
                <a:cs typeface="Quire Sans" panose="020B0502040400020003" pitchFamily="34" charset="0"/>
              </a:rPr>
              <a:t>IMPLEMENTAÇÃO</a:t>
            </a:r>
          </a:p>
        </p:txBody>
      </p:sp>
      <p:sp>
        <p:nvSpPr>
          <p:cNvPr id="15" name="Retângulo: Biselado 14">
            <a:extLst>
              <a:ext uri="{FF2B5EF4-FFF2-40B4-BE49-F238E27FC236}">
                <a16:creationId xmlns:a16="http://schemas.microsoft.com/office/drawing/2014/main" id="{8FFE1598-8DAB-B90F-C11F-C70007E42546}"/>
              </a:ext>
            </a:extLst>
          </p:cNvPr>
          <p:cNvSpPr/>
          <p:nvPr/>
        </p:nvSpPr>
        <p:spPr>
          <a:xfrm>
            <a:off x="8055148" y="5330552"/>
            <a:ext cx="2545976" cy="802342"/>
          </a:xfrm>
          <a:prstGeom prst="bevel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/>
                </a:solidFill>
                <a:latin typeface="Quire Sans" panose="020B0502040400020003" pitchFamily="34" charset="0"/>
                <a:cs typeface="Quire Sans" panose="020B0502040400020003" pitchFamily="34" charset="0"/>
              </a:rPr>
              <a:t>MANUTENÇÃO</a:t>
            </a:r>
          </a:p>
        </p:txBody>
      </p:sp>
      <p:sp>
        <p:nvSpPr>
          <p:cNvPr id="17" name="Heptágono 16">
            <a:extLst>
              <a:ext uri="{FF2B5EF4-FFF2-40B4-BE49-F238E27FC236}">
                <a16:creationId xmlns:a16="http://schemas.microsoft.com/office/drawing/2014/main" id="{1D2C5780-E760-1A1D-60DB-880A6A0724CF}"/>
              </a:ext>
            </a:extLst>
          </p:cNvPr>
          <p:cNvSpPr/>
          <p:nvPr/>
        </p:nvSpPr>
        <p:spPr>
          <a:xfrm>
            <a:off x="6441358" y="5437953"/>
            <a:ext cx="605841" cy="567186"/>
          </a:xfrm>
          <a:prstGeom prst="heptagon">
            <a:avLst/>
          </a:prstGeom>
          <a:ln w="34925">
            <a:solidFill>
              <a:srgbClr val="FFFF00"/>
            </a:solidFill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obliqueTopLef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5</a:t>
            </a:r>
          </a:p>
        </p:txBody>
      </p:sp>
      <p:sp>
        <p:nvSpPr>
          <p:cNvPr id="18" name="Heptágono 17">
            <a:extLst>
              <a:ext uri="{FF2B5EF4-FFF2-40B4-BE49-F238E27FC236}">
                <a16:creationId xmlns:a16="http://schemas.microsoft.com/office/drawing/2014/main" id="{17DA721B-A9D8-4CFB-19DB-B8DE8E9D7950}"/>
              </a:ext>
            </a:extLst>
          </p:cNvPr>
          <p:cNvSpPr/>
          <p:nvPr/>
        </p:nvSpPr>
        <p:spPr>
          <a:xfrm>
            <a:off x="7850841" y="6185470"/>
            <a:ext cx="605841" cy="567186"/>
          </a:xfrm>
          <a:prstGeom prst="heptagon">
            <a:avLst/>
          </a:prstGeom>
          <a:ln w="34925">
            <a:solidFill>
              <a:srgbClr val="FFFF00"/>
            </a:solidFill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obliqueTopLef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44491979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DarkVTI">
  <a:themeElements>
    <a:clrScheme name="Custom 4">
      <a:dk1>
        <a:srgbClr val="FFFFFF"/>
      </a:dk1>
      <a:lt1>
        <a:srgbClr val="000000"/>
      </a:lt1>
      <a:dk2>
        <a:srgbClr val="F3FFF8"/>
      </a:dk2>
      <a:lt2>
        <a:srgbClr val="2D2D2D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DarkVTI" id="{84637DF0-7D2D-4F20-816C-4D6C45F3FAF2}" vid="{0EF594EE-C33F-480F-80E7-D4F74C1C30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364</Words>
  <Application>Microsoft Office PowerPoint</Application>
  <PresentationFormat>Widescreen</PresentationFormat>
  <Paragraphs>113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Arial</vt:lpstr>
      <vt:lpstr>Congenial SemiBold</vt:lpstr>
      <vt:lpstr>Open Sans</vt:lpstr>
      <vt:lpstr>Quire Sans</vt:lpstr>
      <vt:lpstr>Source Sans Pro</vt:lpstr>
      <vt:lpstr>FunkyShapesDarkVTI</vt:lpstr>
      <vt:lpstr>DESENVOLVIMENTO    DE SOFTWARE</vt:lpstr>
      <vt:lpstr>Apresentação do PowerPoint</vt:lpstr>
      <vt:lpstr>Apresentação do PowerPoint</vt:lpstr>
      <vt:lpstr>Apresentação do PowerPoint</vt:lpstr>
      <vt:lpstr>ELEMENTOS  DO DESENVOLVIMENTO NA  ERA DIGITAL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Ciclo de vida 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   DE SOFTWARE</dc:title>
  <dc:creator>Silva, Luiza</dc:creator>
  <cp:lastModifiedBy>Silva, Luiza</cp:lastModifiedBy>
  <cp:revision>2</cp:revision>
  <dcterms:created xsi:type="dcterms:W3CDTF">2024-03-15T23:17:05Z</dcterms:created>
  <dcterms:modified xsi:type="dcterms:W3CDTF">2026-01-25T02:08:01Z</dcterms:modified>
</cp:coreProperties>
</file>